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49" r:id="rId2"/>
    <p:sldMasterId id="2147483650" r:id="rId3"/>
    <p:sldMasterId id="2147483651" r:id="rId4"/>
  </p:sldMasterIdLst>
  <p:notesMasterIdLst>
    <p:notesMasterId r:id="rId24"/>
  </p:notesMasterIdLst>
  <p:handoutMasterIdLst>
    <p:handoutMasterId r:id="rId25"/>
  </p:handoutMasterIdLst>
  <p:sldIdLst>
    <p:sldId id="257" r:id="rId5"/>
    <p:sldId id="258" r:id="rId6"/>
    <p:sldId id="590" r:id="rId7"/>
    <p:sldId id="261" r:id="rId8"/>
    <p:sldId id="263" r:id="rId9"/>
    <p:sldId id="588" r:id="rId10"/>
    <p:sldId id="266" r:id="rId11"/>
    <p:sldId id="591" r:id="rId12"/>
    <p:sldId id="592" r:id="rId13"/>
    <p:sldId id="269" r:id="rId14"/>
    <p:sldId id="595" r:id="rId15"/>
    <p:sldId id="596" r:id="rId16"/>
    <p:sldId id="270" r:id="rId17"/>
    <p:sldId id="599" r:id="rId18"/>
    <p:sldId id="272" r:id="rId19"/>
    <p:sldId id="601" r:id="rId20"/>
    <p:sldId id="602" r:id="rId21"/>
    <p:sldId id="587" r:id="rId22"/>
    <p:sldId id="262" r:id="rId23"/>
  </p:sldIdLst>
  <p:sldSz cx="9144000" cy="5143500" type="screen16x9"/>
  <p:notesSz cx="6858000" cy="9144000"/>
  <p:embeddedFontLst>
    <p:embeddedFont>
      <p:font typeface="Arial Black" panose="020B0A04020102020204" pitchFamily="34" charset="0"/>
      <p:bold r:id="rId26"/>
    </p:embeddedFont>
    <p:embeddedFont>
      <p:font typeface="Cambria Math" panose="02040503050406030204" pitchFamily="18" charset="0"/>
      <p:regular r:id="rId27"/>
    </p:embeddedFont>
    <p:embeddedFont>
      <p:font typeface="Comic Sans MS" panose="030F0702030302020204" pitchFamily="66" charset="0"/>
      <p:regular r:id="rId28"/>
      <p:bold r:id="rId29"/>
      <p:italic r:id="rId30"/>
      <p:boldItalic r:id="rId31"/>
    </p:embeddedFont>
    <p:embeddedFont>
      <p:font typeface="Golos Text" panose="020B0604020202020204" charset="0"/>
      <p:regular r:id="rId32"/>
      <p:bold r:id="rId33"/>
    </p:embeddedFont>
    <p:embeddedFont>
      <p:font typeface="Hind" panose="02000000000000000000" pitchFamily="2" charset="0"/>
      <p:regular r:id="rId34"/>
      <p:bold r:id="rId35"/>
    </p:embeddedFont>
    <p:embeddedFont>
      <p:font typeface="Noto Sans" panose="020B0502040504020204" pitchFamily="34" charset="0"/>
      <p:regular r:id="rId36"/>
      <p:bold r:id="rId37"/>
      <p:italic r:id="rId38"/>
      <p:boldItalic r:id="rId39"/>
    </p:embeddedFont>
    <p:embeddedFont>
      <p:font typeface="Nunito Light" pitchFamily="2" charset="0"/>
      <p:regular r:id="rId40"/>
      <p:italic r:id="rId41"/>
    </p:embeddedFont>
    <p:embeddedFont>
      <p:font typeface="Raleway" pitchFamily="2" charset="0"/>
      <p:regular r:id="rId42"/>
      <p:bold r:id="rId43"/>
      <p:italic r:id="rId44"/>
      <p:boldItalic r:id="rId45"/>
    </p:embeddedFont>
    <p:embeddedFont>
      <p:font typeface="Roboto"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EB5B70F-3E2E-498F-8E96-B95F51437C2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3043EAFA-FF72-4313-941C-9AC03C43094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57647" autoAdjust="0"/>
  </p:normalViewPr>
  <p:slideViewPr>
    <p:cSldViewPr snapToGrid="0">
      <p:cViewPr varScale="1">
        <p:scale>
          <a:sx n="39" d="100"/>
          <a:sy n="39" d="100"/>
        </p:scale>
        <p:origin x="1781" y="24"/>
      </p:cViewPr>
      <p:guideLst/>
    </p:cSldViewPr>
  </p:slideViewPr>
  <p:notesTextViewPr>
    <p:cViewPr>
      <p:scale>
        <a:sx n="125" d="100"/>
        <a:sy n="125" d="100"/>
      </p:scale>
      <p:origin x="0" y="0"/>
    </p:cViewPr>
  </p:notesTextViewPr>
  <p:notesViewPr>
    <p:cSldViewPr snapToGrid="0">
      <p:cViewPr varScale="1">
        <p:scale>
          <a:sx n="56" d="100"/>
          <a:sy n="56" d="100"/>
        </p:scale>
        <p:origin x="2856"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17.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font" Target="fonts/font4.fntdata"/><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6.fntdata"/><Relationship Id="rId44" Type="http://schemas.openxmlformats.org/officeDocument/2006/relationships/font" Target="fonts/font19.fntdata"/><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48" Type="http://schemas.openxmlformats.org/officeDocument/2006/relationships/font" Target="fonts/font23.fntdata"/><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20" Type="http://schemas.openxmlformats.org/officeDocument/2006/relationships/slide" Target="slides/slide16.xml"/><Relationship Id="rId41"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openxmlformats.org/officeDocument/2006/relationships/font" Target="fonts/font11.fntdata"/><Relationship Id="rId49" Type="http://schemas.openxmlformats.org/officeDocument/2006/relationships/font" Target="fonts/font2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21"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1048922"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09B5974-EAF2-4129-99F3-3E52D6C709F4}" type="datetimeFigureOut">
              <a:rPr lang="fr-FR" smtClean="0"/>
              <a:t>28/04/2026</a:t>
            </a:fld>
            <a:endParaRPr lang="fr-FR"/>
          </a:p>
        </p:txBody>
      </p:sp>
      <p:sp>
        <p:nvSpPr>
          <p:cNvPr id="1048923"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1048924"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75ED69-42FC-4BA2-835B-E99B9C4707D4}" type="slidenum">
              <a:rPr lang="fr-FR" smtClean="0"/>
              <a:t>‹N°›</a:t>
            </a:fld>
            <a:endParaRPr lang="fr-F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1048919"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920"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1048657" name="Google Shape;25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58" name="Google Shape;25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1048669" name="Google Shape;25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70" name="Google Shape;25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fr-FR" altLang="zh-CN" dirty="0"/>
              <a:t>Merci monsieur le Président de jury</a:t>
            </a:r>
            <a:r>
              <a:rPr lang="fr-FR" altLang="zh-CN" baseline="0" dirty="0"/>
              <a:t> de m’avoir donné la parole,</a:t>
            </a:r>
            <a:endParaRPr lang="fr-FR" altLang="zh-CN" dirty="0"/>
          </a:p>
          <a:p>
            <a:pPr marL="158750" indent="0">
              <a:buNone/>
            </a:pPr>
            <a:r>
              <a:rPr lang="fr-FR" altLang="zh-CN" dirty="0"/>
              <a:t>Monsieur les</a:t>
            </a:r>
            <a:r>
              <a:rPr lang="fr-FR" altLang="zh-CN" baseline="0" dirty="0"/>
              <a:t> membres du jury</a:t>
            </a:r>
            <a:r>
              <a:rPr lang="fr-FR" altLang="zh-CN" dirty="0"/>
              <a:t>, Aimable assistance , Bonjour à tous, </a:t>
            </a:r>
          </a:p>
          <a:p>
            <a:pPr marL="158750" indent="0">
              <a:buNone/>
            </a:pPr>
            <a:r>
              <a:rPr lang="fr-FR" altLang="zh-CN" dirty="0"/>
              <a:t>C'est avec honneur et plaisir que je vous présente aujourd'hui mon </a:t>
            </a:r>
            <a:r>
              <a:rPr lang="fr-FR" altLang="zh-CN"/>
              <a:t>mémoire intitulé</a:t>
            </a:r>
            <a:endParaRPr lang="fr-FR" altLang="zh-CN" dirty="0"/>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a:extLst>
            <a:ext uri="{FF2B5EF4-FFF2-40B4-BE49-F238E27FC236}">
              <a16:creationId xmlns:a16="http://schemas.microsoft.com/office/drawing/2014/main" id="{5D32410D-3F01-697F-AD36-72794431B749}"/>
            </a:ext>
          </a:extLst>
        </p:cNvPr>
        <p:cNvGrpSpPr/>
        <p:nvPr/>
      </p:nvGrpSpPr>
      <p:grpSpPr>
        <a:xfrm>
          <a:off x="0" y="0"/>
          <a:ext cx="0" cy="0"/>
          <a:chOff x="0" y="0"/>
          <a:chExt cx="0" cy="0"/>
        </a:xfrm>
      </p:grpSpPr>
      <p:sp>
        <p:nvSpPr>
          <p:cNvPr id="1048643" name="Google Shape;305;g54dda1946d_6_322:notes">
            <a:extLst>
              <a:ext uri="{FF2B5EF4-FFF2-40B4-BE49-F238E27FC236}">
                <a16:creationId xmlns:a16="http://schemas.microsoft.com/office/drawing/2014/main" id="{B2AB5F2F-2760-DF59-8C67-B032541728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44" name="Google Shape;306;g54dda1946d_6_322:notes">
            <a:extLst>
              <a:ext uri="{FF2B5EF4-FFF2-40B4-BE49-F238E27FC236}">
                <a16:creationId xmlns:a16="http://schemas.microsoft.com/office/drawing/2014/main" id="{8756EA5D-ED69-C7E6-2BC1-0FAC6AEA74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latin typeface="Times New Roman" panose="02020603050405020304" pitchFamily="18" charset="0"/>
                <a:cs typeface="Times New Roman" panose="02020603050405020304" pitchFamily="18" charset="0"/>
              </a:rPr>
              <a:t>Sans plus attendre, passons</a:t>
            </a:r>
            <a:r>
              <a:rPr lang="fr-FR" baseline="0" dirty="0">
                <a:latin typeface="Times New Roman" panose="02020603050405020304" pitchFamily="18" charset="0"/>
                <a:cs typeface="Times New Roman" panose="02020603050405020304" pitchFamily="18" charset="0"/>
              </a:rPr>
              <a:t> à l’introduction</a:t>
            </a:r>
          </a:p>
          <a:p>
            <a:pPr marL="0" lvl="0" indent="0" algn="l" rtl="0">
              <a:spcBef>
                <a:spcPts val="0"/>
              </a:spcBef>
              <a:spcAft>
                <a:spcPts val="0"/>
              </a:spcAft>
              <a:buNone/>
            </a:pPr>
            <a:r>
              <a:rPr lang="fr-FR" dirty="0"/>
              <a:t>Notre recherche se concentre globalement sur l’interaction homme-machine et plus particulièrement sur la reconnaissance des gestes de la main pour interagir avec une interface. Nous venons de vivre deux années difficiles avec la pandémie de la CoVID-19. Durant cette période, les gens ont adopté un comportement prudent ; ils font plus attention lorsqu’ils touchent des objets dans des espaces publics : par exemple la poignée de porte, systèmes qui nécessitent d'interagir avec un écran comme </a:t>
            </a:r>
            <a:r>
              <a:rPr lang="fr-FR" dirty="0" err="1"/>
              <a:t>comme</a:t>
            </a:r>
            <a:r>
              <a:rPr lang="fr-FR" dirty="0"/>
              <a:t> les guichets automatiques des banques. Cette situation nous pousse de plus en plus à nous interroger sur la viabilité de ce type d'interaction nécessitant un contact. Une question me vient alors à l'esprit : pourrions-nous aller vers un monde où nous interagissons avec les appareils sans contact ? </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4112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1048630" name="Google Shape;25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31" name="Google Shape;25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pPr>
            <a:r>
              <a:rPr lang="fr-FR" dirty="0"/>
              <a:t>Afin de traiter ce sujet,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Il faudrait dans un premier temps introduire les</a:t>
            </a:r>
            <a:r>
              <a:rPr lang="fr-FR" baseline="0" dirty="0"/>
              <a:t> généralités sur </a:t>
            </a:r>
            <a:r>
              <a:rPr lang="fr-FR" sz="1100" b="1" dirty="0">
                <a:latin typeface="Times New Roman" panose="02020603050405020304" pitchFamily="18" charset="0"/>
                <a:ea typeface="Fira Sans"/>
                <a:cs typeface="Times New Roman" panose="02020603050405020304" pitchFamily="18" charset="0"/>
                <a:sym typeface="Fira Sans"/>
              </a:rPr>
              <a:t>Généralités sur la reconnaissance des gestes </a:t>
            </a:r>
            <a:endParaRPr lang="fr-FR" sz="1200" b="1" dirty="0">
              <a:latin typeface="Times New Roman" panose="02020603050405020304" pitchFamily="18" charset="0"/>
              <a:ea typeface="Fira Sans"/>
              <a:cs typeface="Times New Roman" panose="02020603050405020304" pitchFamily="18" charset="0"/>
              <a:sym typeface="Fira Sans"/>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Ensuite, on va jeter un coup d’œil sur le</a:t>
            </a:r>
            <a:r>
              <a:rPr lang="fr-FR" baseline="0" dirty="0"/>
              <a:t> </a:t>
            </a:r>
            <a:r>
              <a:rPr lang="fr-FR" sz="1100" b="1" dirty="0">
                <a:latin typeface="Times New Roman" panose="02020603050405020304" pitchFamily="18" charset="0"/>
                <a:ea typeface="Fira Sans"/>
                <a:cs typeface="Times New Roman" panose="02020603050405020304" pitchFamily="18" charset="0"/>
                <a:sym typeface="Fira Sans"/>
              </a:rPr>
              <a:t>Réseau neuronal pour la reconnaissance gestuelle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pPr>
            <a:r>
              <a:rPr lang="fr-FR" dirty="0"/>
              <a:t>Après, il serait</a:t>
            </a:r>
            <a:r>
              <a:rPr lang="fr-FR" baseline="0" dirty="0"/>
              <a:t> pertinent d’approfondir le concept derrière le VRF</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pPr>
            <a:r>
              <a:rPr lang="fr-FR" dirty="0"/>
              <a:t>Finalement, on va procéder à la mise en œuvre du projet,</a:t>
            </a: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spcAft>
                <a:spcPts val="1200"/>
              </a:spcAft>
            </a:pPr>
            <a:r>
              <a:rPr lang="fr-FR" b="0" i="0" dirty="0">
                <a:solidFill>
                  <a:srgbClr val="FFFFFF"/>
                </a:solidFill>
                <a:effectLst/>
                <a:latin typeface="Roboto" panose="02000000000000000000" pitchFamily="2" charset="0"/>
              </a:rPr>
              <a:t>Le développement et la généralisation de nouveaux appareils électroniques grand public dotés de capteur  </a:t>
            </a:r>
            <a:r>
              <a:rPr lang="fr-FR" dirty="0"/>
              <a:t>a permis aux gens d'utiliser des gestes pour interagir facilement avec différents systèmes, grâce à des interfaces qui reconnaissent les mouvements</a:t>
            </a:r>
            <a:r>
              <a:rPr lang="fr-FR" b="0" i="0" dirty="0">
                <a:solidFill>
                  <a:srgbClr val="FFFFFF"/>
                </a:solidFill>
                <a:effectLst/>
                <a:latin typeface="Roboto" panose="02000000000000000000" pitchFamily="2" charset="0"/>
              </a:rPr>
              <a:t>.</a:t>
            </a:r>
          </a:p>
          <a:p>
            <a:pPr algn="l">
              <a:spcAft>
                <a:spcPts val="1200"/>
              </a:spcAft>
            </a:pPr>
            <a:r>
              <a:rPr lang="fr-FR" b="0" i="0" dirty="0">
                <a:solidFill>
                  <a:srgbClr val="FFFFFF"/>
                </a:solidFill>
                <a:effectLst/>
                <a:latin typeface="Roboto" panose="02000000000000000000" pitchFamily="2" charset="0"/>
              </a:rPr>
              <a:t>Parmi les systèmes les plus connus, nous trouvons les consoles de jeux vidéo comme la Wii ou la Kinect, un accessoire de la Xbox. Ces dispositifs capturent différents mouvements de différentes parties du corps humain, puis sont alors utilisés dans le jeu. Il y a aussi les téléphones mobiles et montres connectées qui intègrent de plus en plus l’interaction avec gestes.</a:t>
            </a:r>
          </a:p>
          <a:p>
            <a:r>
              <a:rPr lang="fr-FR" b="1" dirty="0"/>
              <a:t>Applications étendues :</a:t>
            </a:r>
            <a:br>
              <a:rPr lang="fr-FR" dirty="0"/>
            </a:br>
            <a:r>
              <a:rPr lang="fr-FR" dirty="0"/>
              <a:t>Au-delà des jeux vidéo comme la Wii et la Kinect, la reconnaissance gestuelle s'étend aujourd’hui de plus en plus  vers la :</a:t>
            </a:r>
          </a:p>
          <a:p>
            <a:pPr marL="158750" indent="0">
              <a:buFont typeface="Arial" panose="020B0604020202020204" pitchFamily="34" charset="0"/>
              <a:buNone/>
            </a:pPr>
            <a:r>
              <a:rPr lang="fr-FR" b="1" dirty="0"/>
              <a:t>        Réalité virtuelle (VR)</a:t>
            </a:r>
            <a:r>
              <a:rPr lang="fr-FR" dirty="0"/>
              <a:t> : Interagir avec des objets et menus virtuels par des gestes, sans manettes.</a:t>
            </a:r>
          </a:p>
          <a:p>
            <a:pPr>
              <a:buFont typeface="Arial" panose="020B0604020202020204" pitchFamily="34" charset="0"/>
              <a:buChar char="•"/>
            </a:pPr>
            <a:r>
              <a:rPr lang="fr-FR" b="1" dirty="0"/>
              <a:t>Réalité augmentée (AR)</a:t>
            </a:r>
            <a:r>
              <a:rPr lang="fr-FR" dirty="0"/>
              <a:t> : Manipuler des informations superposées à la réalité, comme des objets 3D.</a:t>
            </a:r>
          </a:p>
          <a:p>
            <a:pPr>
              <a:buFont typeface="Arial" panose="020B0604020202020204" pitchFamily="34" charset="0"/>
              <a:buChar char="•"/>
            </a:pPr>
            <a:r>
              <a:rPr lang="fr-FR" b="1" dirty="0"/>
              <a:t>Contrôle de machines</a:t>
            </a:r>
            <a:r>
              <a:rPr lang="fr-FR" dirty="0"/>
              <a:t> : Commander des équipements sans contact, utile en milieu industriel ou médical.</a:t>
            </a:r>
          </a:p>
          <a:p>
            <a:r>
              <a:rPr lang="fr-FR" dirty="0"/>
              <a:t>Notre projet de recherche a précisément réalisé le contrôle de machines par gestes</a:t>
            </a:r>
          </a:p>
          <a:p>
            <a:endParaRPr lang="fr-FR" dirty="0"/>
          </a:p>
        </p:txBody>
      </p:sp>
    </p:spTree>
    <p:extLst>
      <p:ext uri="{BB962C8B-B14F-4D97-AF65-F5344CB8AC3E}">
        <p14:creationId xmlns:p14="http://schemas.microsoft.com/office/powerpoint/2010/main" val="4043025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sz="1800" dirty="0">
                    <a:effectLst/>
                    <a:latin typeface="Times New Roman" panose="02020603050405020304" pitchFamily="18" charset="0"/>
                    <a:ea typeface="Calibri" panose="020F0502020204030204" pitchFamily="34" charset="0"/>
                  </a:rPr>
                  <a:t>Les réseaux de neurones artificiels ou RNN sont des </a:t>
                </a:r>
                <a:r>
                  <a:rPr lang="fr-FR" sz="1800" b="1" dirty="0">
                    <a:effectLst/>
                    <a:latin typeface="Times New Roman" panose="02020603050405020304" pitchFamily="18" charset="0"/>
                    <a:ea typeface="Calibri" panose="020F0502020204030204" pitchFamily="34" charset="0"/>
                  </a:rPr>
                  <a:t>modèles mathématiques</a:t>
                </a:r>
                <a:r>
                  <a:rPr lang="fr-FR" sz="1800" dirty="0">
                    <a:effectLst/>
                    <a:latin typeface="Times New Roman" panose="02020603050405020304" pitchFamily="18" charset="0"/>
                    <a:ea typeface="Calibri" panose="020F0502020204030204" pitchFamily="34" charset="0"/>
                  </a:rPr>
                  <a:t> inspirés de la biologie.  La brique de base de ces réseaux, le neurone artificiel</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Le </a:t>
                </a: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perceptron</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aussi appelé </a:t>
                </a: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neurone artificiel</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ou </a:t>
                </a: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neurone formel</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cherche à imiter le fonctionnement d'un neurone biologique. Il est à la base de l'apprentissage profond et fonctionne en trois étapes :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effectLst/>
                    <a:latin typeface="Times New Roman" panose="02020603050405020304" pitchFamily="18" charset="0"/>
                    <a:ea typeface="Calibri" panose="020F0502020204030204" pitchFamily="34" charset="0"/>
                  </a:rPr>
                  <a:t>	-</a:t>
                </a: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Les entrées (x) : </a:t>
                </a:r>
                <a:r>
                  <a:rPr lang="fr-FR" sz="3200" dirty="0"/>
                  <a:t>Les entrées du perceptron sont des vecteurs pondérés par des poids </a:t>
                </a:r>
                <a14:m>
                  <m:oMath xmlns:m="http://schemas.openxmlformats.org/officeDocument/2006/math">
                    <m:r>
                      <a:rPr lang="fr-FR" sz="1800" b="1" i="1" smtClean="0">
                        <a:effectLst/>
                        <a:latin typeface="Cambria Math" panose="02040503050406030204" pitchFamily="18" charset="0"/>
                        <a:ea typeface="Calibri" panose="020F0502020204030204" pitchFamily="34" charset="0"/>
                        <a:cs typeface="Times New Roman" panose="02020603050405020304" pitchFamily="18" charset="0"/>
                      </a:rPr>
                      <m:t>𝒂</m:t>
                    </m:r>
                  </m:oMath>
                </a14:m>
                <a:r>
                  <a:rPr lang="fr-FR" sz="3200" dirty="0"/>
                  <a:t>, qui indiquent leur importance. Un biais </a:t>
                </a:r>
                <a14:m>
                  <m:oMath xmlns:m="http://schemas.openxmlformats.org/officeDocument/2006/math">
                    <m:r>
                      <a:rPr lang="fr-FR" sz="3200" b="1" i="1" smtClean="0">
                        <a:effectLst/>
                        <a:latin typeface="Cambria Math" panose="02040503050406030204" pitchFamily="18" charset="0"/>
                        <a:ea typeface="Calibri" panose="020F0502020204030204" pitchFamily="34" charset="0"/>
                        <a:cs typeface="Times New Roman" panose="02020603050405020304" pitchFamily="18" charset="0"/>
                      </a:rPr>
                      <m:t>𝒂</m:t>
                    </m:r>
                  </m:oMath>
                </a14:m>
                <a:r>
                  <a:rPr lang="fr-FR" sz="3200" dirty="0"/>
                  <a:t>0, toujours égal à 1, est ajouté pour aider le modèle à mieux s’adapter.</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                    -Les Noyau :</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C’est la partie centrale du perceptron, Il effectue la </a:t>
                </a: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somme pondérée</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des entrées avec leurs poids respectifs.</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effectLst/>
                    <a:latin typeface="Times New Roman" panose="02020603050405020304" pitchFamily="18" charset="0"/>
                    <a:ea typeface="Calibri" panose="020F0502020204030204" pitchFamily="34" charset="0"/>
                  </a:rPr>
                  <a:t>                     - </a:t>
                </a: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La sortie : </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une </a:t>
                </a: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fonction d'activation (</a:t>
                </a:r>
                <a14:m>
                  <m:oMath xmlns:m="http://schemas.openxmlformats.org/officeDocument/2006/math">
                    <m:r>
                      <a:rPr lang="fr-FR" sz="1800" b="1" i="1">
                        <a:effectLst/>
                        <a:latin typeface="Cambria Math" panose="02040503050406030204" pitchFamily="18" charset="0"/>
                        <a:ea typeface="Calibri" panose="020F0502020204030204" pitchFamily="34" charset="0"/>
                        <a:cs typeface="Times New Roman" panose="02020603050405020304" pitchFamily="18" charset="0"/>
                      </a:rPr>
                      <m:t>ɸ</m:t>
                    </m:r>
                  </m:oMath>
                </a14:m>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souvent non linéaire, généralement les plus utiliser sont : -</a:t>
                </a:r>
                <a:r>
                  <a:rPr lang="fr-FR" sz="1100" b="0" i="0" u="none" strike="noStrike" cap="none" dirty="0">
                    <a:solidFill>
                      <a:srgbClr val="000000"/>
                    </a:solidFill>
                    <a:effectLst/>
                    <a:latin typeface="Arial"/>
                    <a:ea typeface="Arial"/>
                    <a:cs typeface="Arial"/>
                    <a:sym typeface="Arial"/>
                  </a:rPr>
                  <a:t>Fonction marche de Heaviside ;</a:t>
                </a:r>
                <a:r>
                  <a:rPr lang="fr-FR" sz="1100" b="0" i="0" u="none" strike="noStrike" cap="none" baseline="0" dirty="0">
                    <a:solidFill>
                      <a:srgbClr val="000000"/>
                    </a:solidFill>
                    <a:effectLst/>
                    <a:latin typeface="Arial"/>
                    <a:ea typeface="Arial"/>
                    <a:cs typeface="Arial"/>
                    <a:sym typeface="Arial"/>
                  </a:rPr>
                  <a:t> </a:t>
                </a:r>
                <a:r>
                  <a:rPr lang="fr-FR" sz="1100" b="0" i="0" u="none" strike="noStrike" cap="none" dirty="0">
                    <a:solidFill>
                      <a:srgbClr val="000000"/>
                    </a:solidFill>
                    <a:effectLst/>
                    <a:latin typeface="Arial"/>
                    <a:ea typeface="Arial"/>
                    <a:cs typeface="Arial"/>
                    <a:sym typeface="Arial"/>
                  </a:rPr>
                  <a:t>Unité de rectification linéaire (</a:t>
                </a:r>
                <a:r>
                  <a:rPr lang="fr-FR" sz="1100" b="0" i="0" u="none" strike="noStrike" cap="none" dirty="0" err="1">
                    <a:solidFill>
                      <a:srgbClr val="000000"/>
                    </a:solidFill>
                    <a:effectLst/>
                    <a:latin typeface="Arial"/>
                    <a:ea typeface="Arial"/>
                    <a:cs typeface="Arial"/>
                    <a:sym typeface="Arial"/>
                  </a:rPr>
                  <a:t>ReLU</a:t>
                </a:r>
                <a:r>
                  <a:rPr lang="fr-FR" sz="1100" b="0" i="0" u="none" strike="noStrike" cap="none" dirty="0">
                    <a:solidFill>
                      <a:srgbClr val="000000"/>
                    </a:solidFill>
                    <a:effectLst/>
                    <a:latin typeface="Arial"/>
                    <a:ea typeface="Arial"/>
                    <a:cs typeface="Arial"/>
                    <a:sym typeface="Arial"/>
                  </a:rPr>
                  <a:t>) ; Fonction sigmoïde; onction tangente hyperbolique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La fonction de sortie est donnée par : </a:t>
                </a:r>
              </a:p>
              <a:p>
                <a:r>
                  <a:rPr lang="fr-FR" sz="3200" dirty="0"/>
                  <a:t>Quand on </a:t>
                </a:r>
                <a:r>
                  <a:rPr lang="fr-FR" sz="3200" b="1" dirty="0"/>
                  <a:t>relie plusieurs neurones entre eux</a:t>
                </a:r>
                <a:r>
                  <a:rPr lang="fr-FR" sz="3200" dirty="0"/>
                  <a:t>, on forme un </a:t>
                </a:r>
                <a:r>
                  <a:rPr lang="fr-FR" sz="3200" b="1" dirty="0"/>
                  <a:t>réseau de neurones</a:t>
                </a:r>
                <a:r>
                  <a:rPr lang="fr-FR" sz="3200" dirty="0"/>
                  <a:t>. Le </a:t>
                </a:r>
                <a:r>
                  <a:rPr lang="fr-FR" sz="3200" b="1" dirty="0"/>
                  <a:t>perceptron multicouche</a:t>
                </a:r>
                <a:r>
                  <a:rPr lang="fr-FR" sz="3200" dirty="0"/>
                  <a:t>, ou </a:t>
                </a:r>
                <a:r>
                  <a:rPr lang="fr-FR" sz="3200" b="1" dirty="0"/>
                  <a:t>MLP</a:t>
                </a:r>
                <a:r>
                  <a:rPr lang="fr-FR" sz="3200" dirty="0"/>
                  <a:t>, est un type de réseau dans lequel les neurones sont organisés </a:t>
                </a:r>
                <a:r>
                  <a:rPr lang="fr-FR" sz="3200" b="1" dirty="0"/>
                  <a:t>en plusieurs couches successives</a:t>
                </a:r>
                <a:r>
                  <a:rPr lang="fr-FR" sz="3200" dirty="0"/>
                  <a:t> :</a:t>
                </a:r>
              </a:p>
              <a:p>
                <a:pPr marL="158750" indent="0">
                  <a:buFont typeface="Arial" panose="020B0604020202020204" pitchFamily="34" charset="0"/>
                  <a:buNone/>
                </a:pPr>
                <a:r>
                  <a:rPr lang="fr-FR" sz="3200" dirty="0"/>
                  <a:t>                 une </a:t>
                </a:r>
                <a:r>
                  <a:rPr lang="fr-FR" sz="3200" b="1" dirty="0"/>
                  <a:t>couche d’entrée</a:t>
                </a:r>
                <a:r>
                  <a:rPr lang="fr-FR" sz="3200" dirty="0"/>
                  <a:t> (pour recevoir les données),</a:t>
                </a:r>
              </a:p>
              <a:p>
                <a:pPr marL="158750" indent="0">
                  <a:buFont typeface="Arial" panose="020B0604020202020204" pitchFamily="34" charset="0"/>
                  <a:buNone/>
                </a:pPr>
                <a:r>
                  <a:rPr lang="fr-FR" sz="3200" dirty="0"/>
                  <a:t>                 une ou plusieurs </a:t>
                </a:r>
                <a:r>
                  <a:rPr lang="fr-FR" sz="3200" b="1" dirty="0"/>
                  <a:t>couches cachées</a:t>
                </a:r>
                <a:r>
                  <a:rPr lang="fr-FR" sz="3200" dirty="0"/>
                  <a:t> (où l'information est transformée),</a:t>
                </a:r>
                <a:br>
                  <a:rPr lang="fr-FR" sz="3200" dirty="0"/>
                </a:br>
                <a:r>
                  <a:rPr lang="fr-FR" sz="3200" dirty="0"/>
                  <a:t>                 et une </a:t>
                </a:r>
                <a:r>
                  <a:rPr lang="fr-FR" sz="3200" b="1" dirty="0"/>
                  <a:t>couche de sortie</a:t>
                </a:r>
                <a:r>
                  <a:rPr lang="fr-FR" sz="3200" dirty="0"/>
                  <a:t> (qui donne le résultat final, par exemple une classe d’émotion).</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Le </a:t>
                </a:r>
                <a:r>
                  <a:rPr lang="fr-FR" b="1" dirty="0"/>
                  <a:t>MLP est souvent utilisé comme classifieur</a:t>
                </a:r>
                <a:r>
                  <a:rPr lang="fr-FR" dirty="0"/>
                  <a:t> : il apprend à </a:t>
                </a:r>
                <a:r>
                  <a:rPr lang="fr-FR" b="1" dirty="0"/>
                  <a:t>reconnaître des modèles</a:t>
                </a:r>
                <a:r>
                  <a:rPr lang="fr-FR" dirty="0"/>
                  <a:t> dans les données (par exemple, si un visage exprime la joie ou la tristesse) en ajustant ses poids pendant l'entraînement.</a:t>
                </a:r>
                <a:endParaRPr lang="fr-FR" sz="1100" b="0" i="0" u="none" strike="noStrike" cap="none" dirty="0">
                  <a:solidFill>
                    <a:srgbClr val="000000"/>
                  </a:solidFill>
                  <a:effectLst/>
                  <a:latin typeface="Arial"/>
                  <a:ea typeface="Arial"/>
                  <a:cs typeface="Arial"/>
                  <a:sym typeface="Arial"/>
                </a:endParaRP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sz="1100" b="0" i="0" u="none" strike="noStrike" cap="none" dirty="0">
                  <a:solidFill>
                    <a:srgbClr val="000000"/>
                  </a:solidFill>
                  <a:effectLst/>
                  <a:latin typeface="Arial"/>
                  <a:ea typeface="Arial"/>
                  <a:cs typeface="Arial"/>
                  <a:sym typeface="Arial"/>
                </a:endParaRP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fr-FR" sz="1800" dirty="0">
                    <a:effectLst/>
                    <a:latin typeface="Times New Roman" panose="02020603050405020304" pitchFamily="18" charset="0"/>
                    <a:ea typeface="Calibri" panose="020F0502020204030204" pitchFamily="34" charset="0"/>
                  </a:rPr>
                </a:b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sz="1800" dirty="0">
                    <a:effectLst/>
                    <a:latin typeface="Times New Roman" panose="02020603050405020304" pitchFamily="18" charset="0"/>
                    <a:ea typeface="Calibri" panose="020F0502020204030204" pitchFamily="34" charset="0"/>
                  </a:rPr>
                  <a:t>Les réseaux de neurones artificiels ou RNN sont des </a:t>
                </a:r>
                <a:r>
                  <a:rPr lang="fr-FR" sz="1800" b="1" dirty="0">
                    <a:effectLst/>
                    <a:latin typeface="Times New Roman" panose="02020603050405020304" pitchFamily="18" charset="0"/>
                    <a:ea typeface="Calibri" panose="020F0502020204030204" pitchFamily="34" charset="0"/>
                  </a:rPr>
                  <a:t>modèles mathématiques</a:t>
                </a:r>
                <a:r>
                  <a:rPr lang="fr-FR" sz="1800" dirty="0">
                    <a:effectLst/>
                    <a:latin typeface="Times New Roman" panose="02020603050405020304" pitchFamily="18" charset="0"/>
                    <a:ea typeface="Calibri" panose="020F0502020204030204" pitchFamily="34" charset="0"/>
                  </a:rPr>
                  <a:t> inspirés de la biologie.  La brique de base de ces réseaux, le neurone artificiel</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Le </a:t>
                </a: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perceptron</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aussi appelé </a:t>
                </a: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neurone artificiel</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ou </a:t>
                </a: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neurone formel</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cherche à imiter le fonctionnement d'un neurone biologique. Il est à la base de l'apprentissage profond et fonctionne en trois étapes :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effectLst/>
                    <a:latin typeface="Times New Roman" panose="02020603050405020304" pitchFamily="18" charset="0"/>
                    <a:ea typeface="Calibri" panose="020F0502020204030204" pitchFamily="34" charset="0"/>
                  </a:rPr>
                  <a:t>	-</a:t>
                </a: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Les entrées (x) : </a:t>
                </a:r>
                <a:r>
                  <a:rPr lang="fr-FR" sz="3200" dirty="0"/>
                  <a:t>Les entrées du perceptron sont des vecteurs pondérés par des poids </a:t>
                </a:r>
                <a:r>
                  <a:rPr lang="fr-FR" sz="1800" b="1" i="0">
                    <a:effectLst/>
                    <a:latin typeface="Cambria Math" panose="02040503050406030204" pitchFamily="18" charset="0"/>
                    <a:ea typeface="Calibri" panose="020F0502020204030204" pitchFamily="34" charset="0"/>
                    <a:cs typeface="Times New Roman" panose="02020603050405020304" pitchFamily="18" charset="0"/>
                  </a:rPr>
                  <a:t>𝒂</a:t>
                </a:r>
                <a:r>
                  <a:rPr lang="fr-FR" sz="3200" dirty="0"/>
                  <a:t>, qui indiquent leur importance. Un biais </a:t>
                </a:r>
                <a:r>
                  <a:rPr lang="fr-FR" sz="3200" b="1" i="0">
                    <a:effectLst/>
                    <a:latin typeface="Cambria Math" panose="02040503050406030204" pitchFamily="18" charset="0"/>
                    <a:ea typeface="Calibri" panose="020F0502020204030204" pitchFamily="34" charset="0"/>
                    <a:cs typeface="Times New Roman" panose="02020603050405020304" pitchFamily="18" charset="0"/>
                  </a:rPr>
                  <a:t>𝒂</a:t>
                </a:r>
                <a:r>
                  <a:rPr lang="fr-FR" sz="3200" dirty="0"/>
                  <a:t>0, toujours égal à 1, est ajouté pour aider le modèle à mieux s’adapter.</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                    -Les Noyau :</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C’est la partie centrale du perceptron, Il effectue la </a:t>
                </a: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somme pondérée</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des entrées avec leurs poids respectifs.</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effectLst/>
                    <a:latin typeface="Times New Roman" panose="02020603050405020304" pitchFamily="18" charset="0"/>
                    <a:ea typeface="Calibri" panose="020F0502020204030204" pitchFamily="34" charset="0"/>
                  </a:rPr>
                  <a:t>                     - </a:t>
                </a: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La sortie : </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une </a:t>
                </a: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fonction d'activation (</a:t>
                </a:r>
                <a:r>
                  <a:rPr lang="fr-FR" sz="1800" b="1" i="0">
                    <a:effectLst/>
                    <a:latin typeface="Cambria Math" panose="02040503050406030204" pitchFamily="18" charset="0"/>
                    <a:ea typeface="Calibri" panose="020F0502020204030204" pitchFamily="34" charset="0"/>
                    <a:cs typeface="Times New Roman" panose="02020603050405020304" pitchFamily="18" charset="0"/>
                  </a:rPr>
                  <a:t>ɸ</a:t>
                </a: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souvent non linéaire, généralement les plus utiliser sont : -</a:t>
                </a:r>
                <a:r>
                  <a:rPr lang="fr-FR" sz="1100" b="0" i="0" u="none" strike="noStrike" cap="none" dirty="0">
                    <a:solidFill>
                      <a:srgbClr val="000000"/>
                    </a:solidFill>
                    <a:effectLst/>
                    <a:latin typeface="Arial"/>
                    <a:ea typeface="Arial"/>
                    <a:cs typeface="Arial"/>
                    <a:sym typeface="Arial"/>
                  </a:rPr>
                  <a:t>Fonction marche de Heaviside ;</a:t>
                </a:r>
                <a:r>
                  <a:rPr lang="fr-FR" sz="1100" b="0" i="0" u="none" strike="noStrike" cap="none" baseline="0" dirty="0">
                    <a:solidFill>
                      <a:srgbClr val="000000"/>
                    </a:solidFill>
                    <a:effectLst/>
                    <a:latin typeface="Arial"/>
                    <a:ea typeface="Arial"/>
                    <a:cs typeface="Arial"/>
                    <a:sym typeface="Arial"/>
                  </a:rPr>
                  <a:t> </a:t>
                </a:r>
                <a:r>
                  <a:rPr lang="fr-FR" sz="1100" b="0" i="0" u="none" strike="noStrike" cap="none" dirty="0">
                    <a:solidFill>
                      <a:srgbClr val="000000"/>
                    </a:solidFill>
                    <a:effectLst/>
                    <a:latin typeface="Arial"/>
                    <a:ea typeface="Arial"/>
                    <a:cs typeface="Arial"/>
                    <a:sym typeface="Arial"/>
                  </a:rPr>
                  <a:t>Unité de rectification linéaire (</a:t>
                </a:r>
                <a:r>
                  <a:rPr lang="fr-FR" sz="1100" b="0" i="0" u="none" strike="noStrike" cap="none" dirty="0" err="1">
                    <a:solidFill>
                      <a:srgbClr val="000000"/>
                    </a:solidFill>
                    <a:effectLst/>
                    <a:latin typeface="Arial"/>
                    <a:ea typeface="Arial"/>
                    <a:cs typeface="Arial"/>
                    <a:sym typeface="Arial"/>
                  </a:rPr>
                  <a:t>ReLU</a:t>
                </a:r>
                <a:r>
                  <a:rPr lang="fr-FR" sz="1100" b="0" i="0" u="none" strike="noStrike" cap="none" dirty="0">
                    <a:solidFill>
                      <a:srgbClr val="000000"/>
                    </a:solidFill>
                    <a:effectLst/>
                    <a:latin typeface="Arial"/>
                    <a:ea typeface="Arial"/>
                    <a:cs typeface="Arial"/>
                    <a:sym typeface="Arial"/>
                  </a:rPr>
                  <a:t>) ; Fonction sigmoïde; onction tangente hyperbolique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La fonction de sortie est donnée par : </a:t>
                </a:r>
              </a:p>
              <a:p>
                <a:r>
                  <a:rPr lang="fr-FR" sz="3200" dirty="0"/>
                  <a:t>Quand on </a:t>
                </a:r>
                <a:r>
                  <a:rPr lang="fr-FR" sz="3200" b="1" dirty="0"/>
                  <a:t>relie plusieurs neurones entre eux</a:t>
                </a:r>
                <a:r>
                  <a:rPr lang="fr-FR" sz="3200" dirty="0"/>
                  <a:t>, on forme un </a:t>
                </a:r>
                <a:r>
                  <a:rPr lang="fr-FR" sz="3200" b="1" dirty="0"/>
                  <a:t>réseau de neurones</a:t>
                </a:r>
                <a:r>
                  <a:rPr lang="fr-FR" sz="3200" dirty="0"/>
                  <a:t>. Le </a:t>
                </a:r>
                <a:r>
                  <a:rPr lang="fr-FR" sz="3200" b="1" dirty="0"/>
                  <a:t>perceptron multicouche</a:t>
                </a:r>
                <a:r>
                  <a:rPr lang="fr-FR" sz="3200" dirty="0"/>
                  <a:t>, ou </a:t>
                </a:r>
                <a:r>
                  <a:rPr lang="fr-FR" sz="3200" b="1" dirty="0"/>
                  <a:t>MLP</a:t>
                </a:r>
                <a:r>
                  <a:rPr lang="fr-FR" sz="3200" dirty="0"/>
                  <a:t>, est un type de réseau dans lequel les neurones sont organisés </a:t>
                </a:r>
                <a:r>
                  <a:rPr lang="fr-FR" sz="3200" b="1" dirty="0"/>
                  <a:t>en plusieurs couches successives</a:t>
                </a:r>
                <a:r>
                  <a:rPr lang="fr-FR" sz="3200" dirty="0"/>
                  <a:t> :</a:t>
                </a:r>
              </a:p>
              <a:p>
                <a:pPr marL="158750" indent="0">
                  <a:buFont typeface="Arial" panose="020B0604020202020204" pitchFamily="34" charset="0"/>
                  <a:buNone/>
                </a:pPr>
                <a:r>
                  <a:rPr lang="fr-FR" sz="3200" dirty="0"/>
                  <a:t>                 une </a:t>
                </a:r>
                <a:r>
                  <a:rPr lang="fr-FR" sz="3200" b="1" dirty="0"/>
                  <a:t>couche d’entrée</a:t>
                </a:r>
                <a:r>
                  <a:rPr lang="fr-FR" sz="3200" dirty="0"/>
                  <a:t> (pour recevoir les données),</a:t>
                </a:r>
              </a:p>
              <a:p>
                <a:pPr marL="158750" indent="0">
                  <a:buFont typeface="Arial" panose="020B0604020202020204" pitchFamily="34" charset="0"/>
                  <a:buNone/>
                </a:pPr>
                <a:r>
                  <a:rPr lang="fr-FR" sz="3200" dirty="0"/>
                  <a:t>                 une ou plusieurs </a:t>
                </a:r>
                <a:r>
                  <a:rPr lang="fr-FR" sz="3200" b="1" dirty="0"/>
                  <a:t>couches cachées</a:t>
                </a:r>
                <a:r>
                  <a:rPr lang="fr-FR" sz="3200" dirty="0"/>
                  <a:t> (où l'information est transformée),</a:t>
                </a:r>
                <a:br>
                  <a:rPr lang="fr-FR" sz="3200" dirty="0"/>
                </a:br>
                <a:r>
                  <a:rPr lang="fr-FR" sz="3200" dirty="0"/>
                  <a:t>                 et une </a:t>
                </a:r>
                <a:r>
                  <a:rPr lang="fr-FR" sz="3200" b="1" dirty="0"/>
                  <a:t>couche de sortie</a:t>
                </a:r>
                <a:r>
                  <a:rPr lang="fr-FR" sz="3200" dirty="0"/>
                  <a:t> (qui donne le résultat final, par exemple une classe d’émotion).</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Le </a:t>
                </a:r>
                <a:r>
                  <a:rPr lang="fr-FR" b="1" dirty="0"/>
                  <a:t>MLP est souvent utilisé comme classifieur</a:t>
                </a:r>
                <a:r>
                  <a:rPr lang="fr-FR" dirty="0"/>
                  <a:t> : il apprend à </a:t>
                </a:r>
                <a:r>
                  <a:rPr lang="fr-FR" b="1" dirty="0"/>
                  <a:t>reconnaître des modèles</a:t>
                </a:r>
                <a:r>
                  <a:rPr lang="fr-FR" dirty="0"/>
                  <a:t> dans les données (par exemple, si un visage exprime la joie ou la tristesse) en ajustant ses poids pendant l'entraînement.</a:t>
                </a:r>
                <a:endParaRPr lang="fr-FR" sz="1100" b="0" i="0" u="none" strike="noStrike" cap="none" dirty="0">
                  <a:solidFill>
                    <a:srgbClr val="000000"/>
                  </a:solidFill>
                  <a:effectLst/>
                  <a:latin typeface="Arial"/>
                  <a:ea typeface="Arial"/>
                  <a:cs typeface="Arial"/>
                  <a:sym typeface="Arial"/>
                </a:endParaRP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sz="1100" b="0" i="0" u="none" strike="noStrike" cap="none" dirty="0">
                  <a:solidFill>
                    <a:srgbClr val="000000"/>
                  </a:solidFill>
                  <a:effectLst/>
                  <a:latin typeface="Arial"/>
                  <a:ea typeface="Arial"/>
                  <a:cs typeface="Arial"/>
                  <a:sym typeface="Arial"/>
                </a:endParaRP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fr-FR" sz="1800" dirty="0">
                    <a:effectLst/>
                    <a:latin typeface="Times New Roman" panose="02020603050405020304" pitchFamily="18" charset="0"/>
                    <a:ea typeface="Calibri" panose="020F0502020204030204" pitchFamily="34" charset="0"/>
                  </a:rPr>
                </a:b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mc:Fallback>
      </mc:AlternateContent>
    </p:spTree>
    <p:extLst>
      <p:ext uri="{BB962C8B-B14F-4D97-AF65-F5344CB8AC3E}">
        <p14:creationId xmlns:p14="http://schemas.microsoft.com/office/powerpoint/2010/main" val="743454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fr-FR" b="0" i="0" dirty="0">
                <a:solidFill>
                  <a:srgbClr val="271A38"/>
                </a:solidFill>
                <a:effectLst/>
                <a:latin typeface="Inter"/>
              </a:rPr>
              <a:t>En entrée, une couche </a:t>
            </a:r>
            <a:r>
              <a:rPr lang="fr-FR" b="0" i="0" dirty="0" err="1">
                <a:solidFill>
                  <a:srgbClr val="271A38"/>
                </a:solidFill>
                <a:effectLst/>
                <a:latin typeface="Inter"/>
              </a:rPr>
              <a:t>convolutionnelle</a:t>
            </a:r>
            <a:r>
              <a:rPr lang="fr-FR" b="0" i="0" dirty="0">
                <a:solidFill>
                  <a:srgbClr val="271A38"/>
                </a:solidFill>
                <a:effectLst/>
                <a:latin typeface="Inter"/>
              </a:rPr>
              <a:t> prend une image ou une carte de caractéristiques ; en sortie, on trouve une carte de caractéristiques extraite grâce à la convolution.</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b="0" i="0" dirty="0">
                <a:solidFill>
                  <a:srgbClr val="271A38"/>
                </a:solidFill>
                <a:effectLst/>
                <a:latin typeface="Inter"/>
              </a:rPr>
              <a:t>        Passer un masque de convolution sur un signal, cela revient à ne conserver que certains poids d'une couche </a:t>
            </a:r>
            <a:r>
              <a:rPr lang="fr-FR" b="0" i="1" dirty="0" err="1">
                <a:solidFill>
                  <a:srgbClr val="271A38"/>
                </a:solidFill>
                <a:effectLst/>
                <a:latin typeface="Inter"/>
              </a:rPr>
              <a:t>fully</a:t>
            </a:r>
            <a:r>
              <a:rPr lang="fr-FR" b="0" i="1" dirty="0">
                <a:solidFill>
                  <a:srgbClr val="271A38"/>
                </a:solidFill>
                <a:effectLst/>
                <a:latin typeface="Inter"/>
              </a:rPr>
              <a:t> </a:t>
            </a:r>
            <a:r>
              <a:rPr lang="fr-FR" b="0" i="1" dirty="0" err="1">
                <a:solidFill>
                  <a:srgbClr val="271A38"/>
                </a:solidFill>
                <a:effectLst/>
                <a:latin typeface="Inter"/>
              </a:rPr>
              <a:t>connected</a:t>
            </a:r>
            <a:r>
              <a:rPr lang="fr-FR" b="0" i="0" dirty="0">
                <a:solidFill>
                  <a:srgbClr val="271A38"/>
                </a:solidFill>
                <a:effectLst/>
                <a:latin typeface="Inter"/>
              </a:rPr>
              <a:t> d'un RNA.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b="0" i="0" dirty="0">
                <a:solidFill>
                  <a:srgbClr val="271A38"/>
                </a:solidFill>
                <a:effectLst/>
                <a:latin typeface="Inter"/>
              </a:rPr>
              <a:t>La </a:t>
            </a:r>
            <a:r>
              <a:rPr lang="fr-FR" sz="1800" u="none" strike="noStrike" dirty="0">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couche de convolution (CONV) analyse l'image en entrée pour détecter des caractéristiques (</a:t>
            </a:r>
            <a:r>
              <a:rPr lang="fr-FR" sz="1800" u="none" strike="noStrike" dirty="0" err="1">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features</a:t>
            </a:r>
            <a:r>
              <a:rPr lang="fr-FR" sz="1800" u="none" strike="noStrike" dirty="0">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 Importantes Elle génère en sortie des cartes de caractéristiques (</a:t>
            </a:r>
            <a:r>
              <a:rPr lang="fr-FR" sz="1800" u="none" strike="noStrike" dirty="0" err="1">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feature</a:t>
            </a:r>
            <a:r>
              <a:rPr lang="fr-FR" sz="1800" u="none" strike="noStrike" dirty="0">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 </a:t>
            </a:r>
            <a:r>
              <a:rPr lang="fr-FR" sz="1800" u="none" strike="noStrike" dirty="0" err="1">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maps</a:t>
            </a:r>
            <a:r>
              <a:rPr lang="fr-FR" sz="1800" u="none" strike="noStrike" dirty="0">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 qui représentent ces éléments détectés dans l'image. </a:t>
            </a:r>
          </a:p>
          <a:p>
            <a:r>
              <a:rPr lang="fr-FR" b="0" i="0" dirty="0">
                <a:solidFill>
                  <a:srgbClr val="271A38"/>
                </a:solidFill>
                <a:effectLst/>
                <a:latin typeface="Inter"/>
              </a:rPr>
              <a:t>La couche de </a:t>
            </a:r>
            <a:r>
              <a:rPr lang="fr-FR" b="0" i="0" dirty="0" err="1">
                <a:solidFill>
                  <a:srgbClr val="271A38"/>
                </a:solidFill>
                <a:effectLst/>
                <a:latin typeface="Inter"/>
              </a:rPr>
              <a:t>pooling</a:t>
            </a:r>
            <a:r>
              <a:rPr lang="fr-FR" b="0" i="0" dirty="0">
                <a:solidFill>
                  <a:srgbClr val="271A38"/>
                </a:solidFill>
                <a:effectLst/>
                <a:latin typeface="Inter"/>
              </a:rPr>
              <a:t> consiste à un rééchantillonnage des données. Celui-ci peut se faire suivant divers opérateurs, comme la moyenne et le max. Dans une tâche de classification, la localisation des caractéristiques étant peu importante, un </a:t>
            </a:r>
            <a:r>
              <a:rPr lang="fr-FR" b="0" i="0" dirty="0" err="1">
                <a:solidFill>
                  <a:srgbClr val="271A38"/>
                </a:solidFill>
                <a:effectLst/>
                <a:latin typeface="Inter"/>
              </a:rPr>
              <a:t>pooling</a:t>
            </a:r>
            <a:r>
              <a:rPr lang="fr-FR" b="0" i="0" dirty="0">
                <a:solidFill>
                  <a:srgbClr val="271A38"/>
                </a:solidFill>
                <a:effectLst/>
                <a:latin typeface="Inter"/>
              </a:rPr>
              <a:t> avec un opérateur max sera préféré.</a:t>
            </a:r>
            <a:endParaRPr lang="fr-FR" dirty="0"/>
          </a:p>
        </p:txBody>
      </p:sp>
    </p:spTree>
    <p:extLst>
      <p:ext uri="{BB962C8B-B14F-4D97-AF65-F5344CB8AC3E}">
        <p14:creationId xmlns:p14="http://schemas.microsoft.com/office/powerpoint/2010/main" val="287018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fr-FR" dirty="0"/>
              <a:t>D’abord, la caméra capture une image du visage </a:t>
            </a:r>
            <a:br>
              <a:rPr lang="fr-FR" dirty="0"/>
            </a:br>
            <a:r>
              <a:rPr lang="fr-FR" sz="1800" dirty="0">
                <a:effectLst/>
                <a:latin typeface="Times New Roman" panose="02020603050405020304" pitchFamily="18" charset="0"/>
                <a:ea typeface="Calibri" panose="020F0502020204030204" pitchFamily="34" charset="0"/>
              </a:rPr>
              <a:t>L'acquisition d'images est une étape clé dans la création et la manipulation d'images numériques. Pour qu'une image soit lisible sur un ordinateur, elle doit être numérisée, c'est-à-dire convertie en un format que le système peut traiter. Ce processus est effectué par des appareils comme les caméras numériques et les scanners. De plus, des dispositifs comme les cartes d'acquisition, équipés de capteurs CCD, capturent des images provenant de caméras ou de télévisions pour les convertir en données numériques</a:t>
            </a:r>
            <a:br>
              <a:rPr lang="fr-FR" dirty="0"/>
            </a:br>
            <a:r>
              <a:rPr lang="fr-FR" dirty="0"/>
              <a:t>. Ensuite, on la prétraite : on la recadre, on la passe en niveaux de gris et on la redimensionne. </a:t>
            </a:r>
          </a:p>
          <a:p>
            <a:r>
              <a:rPr lang="fr-FR" dirty="0"/>
              <a:t>Puis, cette image entre dans notre réseau de neurones : d’abord dans les couches de convolution qui extraient les motifs clés, puis dans les couches de </a:t>
            </a:r>
            <a:r>
              <a:rPr lang="fr-FR" dirty="0" err="1"/>
              <a:t>pooling</a:t>
            </a:r>
            <a:r>
              <a:rPr lang="fr-FR" dirty="0"/>
              <a:t> qui réduisent la taille des données, et enfin dans une couche dense qui transforme ces informations en sortie. En résumé, l’architecture suit cette chaîne : entrée image → convolutions → </a:t>
            </a:r>
            <a:r>
              <a:rPr lang="fr-FR" dirty="0" err="1"/>
              <a:t>pooling</a:t>
            </a:r>
            <a:r>
              <a:rPr lang="fr-FR" dirty="0"/>
              <a:t> → couche dense → prédiction de l’émotion.</a:t>
            </a:r>
          </a:p>
        </p:txBody>
      </p:sp>
    </p:spTree>
    <p:extLst>
      <p:ext uri="{BB962C8B-B14F-4D97-AF65-F5344CB8AC3E}">
        <p14:creationId xmlns:p14="http://schemas.microsoft.com/office/powerpoint/2010/main" val="4121542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4458529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158750" indent="0">
              <a:buNone/>
            </a:pPr>
            <a:endParaRPr lang="fr-FR" dirty="0"/>
          </a:p>
        </p:txBody>
      </p:sp>
    </p:spTree>
    <p:extLst>
      <p:ext uri="{BB962C8B-B14F-4D97-AF65-F5344CB8AC3E}">
        <p14:creationId xmlns:p14="http://schemas.microsoft.com/office/powerpoint/2010/main" val="5945271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1470842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spcAft>
                <a:spcPts val="1200"/>
              </a:spcAft>
            </a:pPr>
            <a:r>
              <a:rPr lang="fr-FR" b="0" i="0" dirty="0">
                <a:solidFill>
                  <a:srgbClr val="FFFFFF"/>
                </a:solidFill>
                <a:effectLst/>
                <a:latin typeface="Roboto" panose="02000000000000000000" pitchFamily="2" charset="0"/>
              </a:rPr>
              <a:t>Ah ! Tant de défis à relever, pour récolter les fruits de cette recherche. Mais au vu des nombreuses applications qui se dessinent à l’avenir, l’aventure vaut la peine d’être vécue. Que ce soit dans le domaine de la domotique à la maison, dans l'industrie et les services, ou dans le métavers ce monde virtuel du futur dans lequel nous vivrons.</a:t>
            </a:r>
          </a:p>
          <a:p>
            <a:pPr algn="l">
              <a:spcAft>
                <a:spcPts val="1200"/>
              </a:spcAft>
            </a:pPr>
            <a:r>
              <a:rPr lang="fr-FR" b="0" i="0" dirty="0">
                <a:solidFill>
                  <a:srgbClr val="FFFFFF"/>
                </a:solidFill>
                <a:effectLst/>
                <a:latin typeface="Roboto" panose="02000000000000000000" pitchFamily="2" charset="0"/>
              </a:rPr>
              <a:t>La reconnaissance gestuelle a un bel avenir, tout en souhaitant que les résultats de mes recherches contribuent à cela pleinement. Ceci est un résumé de mon travail de recherche. </a:t>
            </a:r>
            <a:endParaRPr lang="fr-FR" dirty="0"/>
          </a:p>
        </p:txBody>
      </p:sp>
    </p:spTree>
    <p:extLst>
      <p:ext uri="{BB962C8B-B14F-4D97-AF65-F5344CB8AC3E}">
        <p14:creationId xmlns:p14="http://schemas.microsoft.com/office/powerpoint/2010/main" val="8548637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1048585" name="Google Shape;318;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586" name="Google Shape;319;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latin typeface="Times New Roman" panose="02020603050405020304" pitchFamily="18" charset="0"/>
                <a:cs typeface="Times New Roman" panose="02020603050405020304" pitchFamily="18" charset="0"/>
              </a:rPr>
              <a:t>Merci beaucoup à tous pour votre attention. Nous sommes à votre entière disposition pour répondre à toutes vos questions.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1048587" name="Google Shape;9;p2"/>
          <p:cNvSpPr txBox="1">
            <a:spLocks noGrp="1"/>
          </p:cNvSpPr>
          <p:nvPr>
            <p:ph type="ctrTitle"/>
          </p:nvPr>
        </p:nvSpPr>
        <p:spPr>
          <a:xfrm>
            <a:off x="713225" y="1068375"/>
            <a:ext cx="5259900" cy="19635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3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48588" name="Google Shape;10;p2"/>
          <p:cNvSpPr txBox="1">
            <a:spLocks noGrp="1"/>
          </p:cNvSpPr>
          <p:nvPr>
            <p:ph type="subTitle" idx="1"/>
          </p:nvPr>
        </p:nvSpPr>
        <p:spPr>
          <a:xfrm>
            <a:off x="713225" y="3105625"/>
            <a:ext cx="2414100" cy="687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userDrawn="1">
  <p:cSld name="SECTION_HEADER">
    <p:spTree>
      <p:nvGrpSpPr>
        <p:cNvPr id="1" name="Shape 11"/>
        <p:cNvGrpSpPr/>
        <p:nvPr/>
      </p:nvGrpSpPr>
      <p:grpSpPr>
        <a:xfrm>
          <a:off x="0" y="0"/>
          <a:ext cx="0" cy="0"/>
          <a:chOff x="0" y="0"/>
          <a:chExt cx="0" cy="0"/>
        </a:xfrm>
      </p:grpSpPr>
      <p:sp>
        <p:nvSpPr>
          <p:cNvPr id="1048578" name="Google Shape;12;p3"/>
          <p:cNvSpPr txBox="1">
            <a:spLocks noGrp="1"/>
          </p:cNvSpPr>
          <p:nvPr>
            <p:ph type="title"/>
          </p:nvPr>
        </p:nvSpPr>
        <p:spPr>
          <a:xfrm>
            <a:off x="4132900" y="2408450"/>
            <a:ext cx="4301100" cy="16047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048579" name="Google Shape;13;p3"/>
          <p:cNvSpPr txBox="1">
            <a:spLocks noGrp="1"/>
          </p:cNvSpPr>
          <p:nvPr>
            <p:ph type="title" idx="2" hasCustomPrompt="1"/>
          </p:nvPr>
        </p:nvSpPr>
        <p:spPr>
          <a:xfrm>
            <a:off x="4132900" y="1285925"/>
            <a:ext cx="1450800" cy="10494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1048773" name="Google Shape;28;p5"/>
          <p:cNvSpPr txBox="1">
            <a:spLocks noGrp="1"/>
          </p:cNvSpPr>
          <p:nvPr>
            <p:ph type="subTitle" idx="1"/>
          </p:nvPr>
        </p:nvSpPr>
        <p:spPr>
          <a:xfrm>
            <a:off x="4530700" y="2898001"/>
            <a:ext cx="2907300" cy="144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lvl2pPr>
            <a:lvl3pPr lvl="2" algn="ctr" rtl="0">
              <a:lnSpc>
                <a:spcPct val="100000"/>
              </a:lnSpc>
              <a:spcBef>
                <a:spcPts val="0"/>
              </a:spcBef>
              <a:spcAft>
                <a:spcPts val="0"/>
              </a:spcAft>
              <a:buSzPts val="1200"/>
              <a:buNone/>
            </a:lvl3pPr>
            <a:lvl4pPr lvl="3" algn="ctr" rtl="0">
              <a:lnSpc>
                <a:spcPct val="100000"/>
              </a:lnSpc>
              <a:spcBef>
                <a:spcPts val="0"/>
              </a:spcBef>
              <a:spcAft>
                <a:spcPts val="0"/>
              </a:spcAft>
              <a:buSzPts val="1200"/>
              <a:buNone/>
            </a:lvl4pPr>
            <a:lvl5pPr lvl="4" algn="ctr" rtl="0">
              <a:lnSpc>
                <a:spcPct val="100000"/>
              </a:lnSpc>
              <a:spcBef>
                <a:spcPts val="0"/>
              </a:spcBef>
              <a:spcAft>
                <a:spcPts val="0"/>
              </a:spcAft>
              <a:buSzPts val="1200"/>
              <a:buNone/>
            </a:lvl5pPr>
            <a:lvl6pPr lvl="5" algn="ctr" rtl="0">
              <a:lnSpc>
                <a:spcPct val="100000"/>
              </a:lnSpc>
              <a:spcBef>
                <a:spcPts val="0"/>
              </a:spcBef>
              <a:spcAft>
                <a:spcPts val="0"/>
              </a:spcAft>
              <a:buSzPts val="1200"/>
              <a:buNone/>
            </a:lvl6pPr>
            <a:lvl7pPr lvl="6" algn="ctr" rtl="0">
              <a:lnSpc>
                <a:spcPct val="100000"/>
              </a:lnSpc>
              <a:spcBef>
                <a:spcPts val="0"/>
              </a:spcBef>
              <a:spcAft>
                <a:spcPts val="0"/>
              </a:spcAft>
              <a:buSzPts val="1200"/>
              <a:buNone/>
            </a:lvl7pPr>
            <a:lvl8pPr lvl="7" algn="ctr" rtl="0">
              <a:lnSpc>
                <a:spcPct val="100000"/>
              </a:lnSpc>
              <a:spcBef>
                <a:spcPts val="0"/>
              </a:spcBef>
              <a:spcAft>
                <a:spcPts val="0"/>
              </a:spcAft>
              <a:buSzPts val="1200"/>
              <a:buNone/>
            </a:lvl8pPr>
            <a:lvl9pPr lvl="8" algn="ctr" rtl="0">
              <a:lnSpc>
                <a:spcPct val="100000"/>
              </a:lnSpc>
              <a:spcBef>
                <a:spcPts val="0"/>
              </a:spcBef>
              <a:spcAft>
                <a:spcPts val="0"/>
              </a:spcAft>
              <a:buSzPts val="1200"/>
              <a:buNone/>
            </a:lvl9pPr>
          </a:lstStyle>
          <a:p>
            <a:endParaRPr/>
          </a:p>
        </p:txBody>
      </p:sp>
      <p:sp>
        <p:nvSpPr>
          <p:cNvPr id="1048774" name="Google Shape;29;p5"/>
          <p:cNvSpPr txBox="1">
            <a:spLocks noGrp="1"/>
          </p:cNvSpPr>
          <p:nvPr>
            <p:ph type="subTitle" idx="2"/>
          </p:nvPr>
        </p:nvSpPr>
        <p:spPr>
          <a:xfrm>
            <a:off x="713225" y="2898001"/>
            <a:ext cx="2907300" cy="144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lvl2pPr>
            <a:lvl3pPr lvl="2" algn="ctr" rtl="0">
              <a:lnSpc>
                <a:spcPct val="100000"/>
              </a:lnSpc>
              <a:spcBef>
                <a:spcPts val="0"/>
              </a:spcBef>
              <a:spcAft>
                <a:spcPts val="0"/>
              </a:spcAft>
              <a:buSzPts val="1200"/>
              <a:buNone/>
            </a:lvl3pPr>
            <a:lvl4pPr lvl="3" algn="ctr" rtl="0">
              <a:lnSpc>
                <a:spcPct val="100000"/>
              </a:lnSpc>
              <a:spcBef>
                <a:spcPts val="0"/>
              </a:spcBef>
              <a:spcAft>
                <a:spcPts val="0"/>
              </a:spcAft>
              <a:buSzPts val="1200"/>
              <a:buNone/>
            </a:lvl4pPr>
            <a:lvl5pPr lvl="4" algn="ctr" rtl="0">
              <a:lnSpc>
                <a:spcPct val="100000"/>
              </a:lnSpc>
              <a:spcBef>
                <a:spcPts val="0"/>
              </a:spcBef>
              <a:spcAft>
                <a:spcPts val="0"/>
              </a:spcAft>
              <a:buSzPts val="1200"/>
              <a:buNone/>
            </a:lvl5pPr>
            <a:lvl6pPr lvl="5" algn="ctr" rtl="0">
              <a:lnSpc>
                <a:spcPct val="100000"/>
              </a:lnSpc>
              <a:spcBef>
                <a:spcPts val="0"/>
              </a:spcBef>
              <a:spcAft>
                <a:spcPts val="0"/>
              </a:spcAft>
              <a:buSzPts val="1200"/>
              <a:buNone/>
            </a:lvl6pPr>
            <a:lvl7pPr lvl="6" algn="ctr" rtl="0">
              <a:lnSpc>
                <a:spcPct val="100000"/>
              </a:lnSpc>
              <a:spcBef>
                <a:spcPts val="0"/>
              </a:spcBef>
              <a:spcAft>
                <a:spcPts val="0"/>
              </a:spcAft>
              <a:buSzPts val="1200"/>
              <a:buNone/>
            </a:lvl7pPr>
            <a:lvl8pPr lvl="7" algn="ctr" rtl="0">
              <a:lnSpc>
                <a:spcPct val="100000"/>
              </a:lnSpc>
              <a:spcBef>
                <a:spcPts val="0"/>
              </a:spcBef>
              <a:spcAft>
                <a:spcPts val="0"/>
              </a:spcAft>
              <a:buSzPts val="1200"/>
              <a:buNone/>
            </a:lvl8pPr>
            <a:lvl9pPr lvl="8" algn="ctr" rtl="0">
              <a:lnSpc>
                <a:spcPct val="100000"/>
              </a:lnSpc>
              <a:spcBef>
                <a:spcPts val="0"/>
              </a:spcBef>
              <a:spcAft>
                <a:spcPts val="0"/>
              </a:spcAft>
              <a:buSzPts val="1200"/>
              <a:buNone/>
            </a:lvl9pPr>
          </a:lstStyle>
          <a:p>
            <a:endParaRPr/>
          </a:p>
        </p:txBody>
      </p:sp>
      <p:sp>
        <p:nvSpPr>
          <p:cNvPr id="1048775" name="Google Shape;30;p5"/>
          <p:cNvSpPr txBox="1">
            <a:spLocks noGrp="1"/>
          </p:cNvSpPr>
          <p:nvPr>
            <p:ph type="subTitle" idx="3"/>
          </p:nvPr>
        </p:nvSpPr>
        <p:spPr>
          <a:xfrm>
            <a:off x="713225" y="2248150"/>
            <a:ext cx="2907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48776" name="Google Shape;31;p5"/>
          <p:cNvSpPr txBox="1">
            <a:spLocks noGrp="1"/>
          </p:cNvSpPr>
          <p:nvPr>
            <p:ph type="subTitle" idx="4"/>
          </p:nvPr>
        </p:nvSpPr>
        <p:spPr>
          <a:xfrm>
            <a:off x="4530702" y="2248150"/>
            <a:ext cx="2907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48777" name="Google Shape;32;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lvl1pPr>
            <a:lvl2pPr lvl="1" rtl="0">
              <a:spcBef>
                <a:spcPts val="0"/>
              </a:spcBef>
              <a:spcAft>
                <a:spcPts val="0"/>
              </a:spcAft>
              <a:buSzPts val="3000"/>
              <a:buNone/>
            </a:lvl2pPr>
            <a:lvl3pPr lvl="2" rtl="0">
              <a:spcBef>
                <a:spcPts val="0"/>
              </a:spcBef>
              <a:spcAft>
                <a:spcPts val="0"/>
              </a:spcAft>
              <a:buSzPts val="3000"/>
              <a:buNone/>
            </a:lvl3pPr>
            <a:lvl4pPr lvl="3" rtl="0">
              <a:spcBef>
                <a:spcPts val="0"/>
              </a:spcBef>
              <a:spcAft>
                <a:spcPts val="0"/>
              </a:spcAft>
              <a:buSzPts val="3000"/>
              <a:buNone/>
            </a:lvl4pPr>
            <a:lvl5pPr lvl="4" rtl="0">
              <a:spcBef>
                <a:spcPts val="0"/>
              </a:spcBef>
              <a:spcAft>
                <a:spcPts val="0"/>
              </a:spcAft>
              <a:buSzPts val="3000"/>
              <a:buNone/>
            </a:lvl5pPr>
            <a:lvl6pPr lvl="5" rtl="0">
              <a:spcBef>
                <a:spcPts val="0"/>
              </a:spcBef>
              <a:spcAft>
                <a:spcPts val="0"/>
              </a:spcAft>
              <a:buSzPts val="3000"/>
              <a:buNone/>
            </a:lvl6pPr>
            <a:lvl7pPr lvl="6" rtl="0">
              <a:spcBef>
                <a:spcPts val="0"/>
              </a:spcBef>
              <a:spcAft>
                <a:spcPts val="0"/>
              </a:spcAft>
              <a:buSzPts val="3000"/>
              <a:buNone/>
            </a:lvl7pPr>
            <a:lvl8pPr lvl="7" rtl="0">
              <a:spcBef>
                <a:spcPts val="0"/>
              </a:spcBef>
              <a:spcAft>
                <a:spcPts val="0"/>
              </a:spcAft>
              <a:buSzPts val="3000"/>
              <a:buNone/>
            </a:lvl8pPr>
            <a:lvl9pPr lvl="8" rtl="0">
              <a:spcBef>
                <a:spcPts val="0"/>
              </a:spcBef>
              <a:spcAft>
                <a:spcPts val="0"/>
              </a:spcAft>
              <a:buSzPts val="3000"/>
              <a:buNone/>
            </a:lvl9pPr>
          </a:lstStyle>
          <a:p>
            <a:endParaRPr/>
          </a:p>
        </p:txBody>
      </p:sp>
      <p:grpSp>
        <p:nvGrpSpPr>
          <p:cNvPr id="115" name="Google Shape;33;p5"/>
          <p:cNvGrpSpPr/>
          <p:nvPr/>
        </p:nvGrpSpPr>
        <p:grpSpPr>
          <a:xfrm>
            <a:off x="5930250" y="1760273"/>
            <a:ext cx="5313368" cy="5145951"/>
            <a:chOff x="5263075" y="2238848"/>
            <a:chExt cx="5313368" cy="5145951"/>
          </a:xfrm>
        </p:grpSpPr>
        <p:sp>
          <p:nvSpPr>
            <p:cNvPr id="1048778" name="Google Shape;34;p5"/>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79" name="Google Shape;35;p5"/>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80" name="Google Shape;36;p5"/>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6" name="Google Shape;37;p5"/>
          <p:cNvGrpSpPr/>
          <p:nvPr/>
        </p:nvGrpSpPr>
        <p:grpSpPr>
          <a:xfrm>
            <a:off x="-937361" y="3117653"/>
            <a:ext cx="1850041" cy="2269907"/>
            <a:chOff x="5119300" y="3450025"/>
            <a:chExt cx="2148213" cy="2635749"/>
          </a:xfrm>
        </p:grpSpPr>
        <p:pic>
          <p:nvPicPr>
            <p:cNvPr id="2097215" name="Google Shape;38;p5"/>
            <p:cNvPicPr preferRelativeResize="0">
              <a:picLocks/>
            </p:cNvPicPr>
            <p:nvPr/>
          </p:nvPicPr>
          <p:blipFill>
            <a:blip r:embed="rId2">
              <a:alphaModFix/>
            </a:blip>
            <a:stretch>
              <a:fillRect/>
            </a:stretch>
          </p:blipFill>
          <p:spPr>
            <a:xfrm>
              <a:off x="5119300" y="3450025"/>
              <a:ext cx="1691013" cy="1693474"/>
            </a:xfrm>
            <a:prstGeom prst="rect">
              <a:avLst/>
            </a:prstGeom>
            <a:noFill/>
            <a:ln>
              <a:noFill/>
            </a:ln>
          </p:spPr>
        </p:pic>
        <p:pic>
          <p:nvPicPr>
            <p:cNvPr id="2097216" name="Google Shape;39;p5"/>
            <p:cNvPicPr preferRelativeResize="0">
              <a:picLocks/>
            </p:cNvPicPr>
            <p:nvPr/>
          </p:nvPicPr>
          <p:blipFill>
            <a:blip r:embed="rId2">
              <a:alphaModFix/>
            </a:blip>
            <a:stretch>
              <a:fillRect/>
            </a:stretch>
          </p:blipFill>
          <p:spPr>
            <a:xfrm>
              <a:off x="5576500" y="4392300"/>
              <a:ext cx="1691013" cy="1693474"/>
            </a:xfrm>
            <a:prstGeom prst="rect">
              <a:avLst/>
            </a:prstGeom>
            <a:noFill/>
            <a:ln>
              <a:noFill/>
            </a:ln>
          </p:spPr>
        </p:pic>
      </p:grpSp>
      <p:pic>
        <p:nvPicPr>
          <p:cNvPr id="2097217" name="Google Shape;40;p5"/>
          <p:cNvPicPr preferRelativeResize="0">
            <a:picLocks/>
          </p:cNvPicPr>
          <p:nvPr/>
        </p:nvPicPr>
        <p:blipFill>
          <a:blip r:embed="rId3">
            <a:alphaModFix amt="21000"/>
          </a:blip>
          <a:stretch>
            <a:fillRect/>
          </a:stretch>
        </p:blipFill>
        <p:spPr>
          <a:xfrm>
            <a:off x="5854726" y="-1371604"/>
            <a:ext cx="4775101" cy="2539096"/>
          </a:xfrm>
          <a:prstGeom prst="rect">
            <a:avLst/>
          </a:prstGeom>
          <a:noFill/>
          <a:ln>
            <a:noFill/>
          </a:ln>
        </p:spPr>
      </p:pic>
      <p:pic>
        <p:nvPicPr>
          <p:cNvPr id="2097218" name="Google Shape;41;p5"/>
          <p:cNvPicPr preferRelativeResize="0">
            <a:picLocks/>
          </p:cNvPicPr>
          <p:nvPr/>
        </p:nvPicPr>
        <p:blipFill>
          <a:blip r:embed="rId4">
            <a:alphaModFix amt="79000"/>
          </a:blip>
          <a:stretch>
            <a:fillRect/>
          </a:stretch>
        </p:blipFill>
        <p:spPr>
          <a:xfrm>
            <a:off x="7739450" y="-1318753"/>
            <a:ext cx="2344349" cy="2346255"/>
          </a:xfrm>
          <a:prstGeom prst="rect">
            <a:avLst/>
          </a:prstGeom>
          <a:noFill/>
          <a:ln>
            <a:noFill/>
          </a:ln>
        </p:spPr>
      </p:pic>
      <p:cxnSp>
        <p:nvCxnSpPr>
          <p:cNvPr id="3145736" name="Google Shape;42;p5"/>
          <p:cNvCxnSpPr>
            <a:cxnSpLocks/>
          </p:cNvCxnSpPr>
          <p:nvPr/>
        </p:nvCxnSpPr>
        <p:spPr>
          <a:xfrm>
            <a:off x="826950" y="410450"/>
            <a:ext cx="609600" cy="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userDrawn="1">
  <p:cSld name="TITLE_ONLY">
    <p:spTree>
      <p:nvGrpSpPr>
        <p:cNvPr id="1" name="Shape 43"/>
        <p:cNvGrpSpPr/>
        <p:nvPr/>
      </p:nvGrpSpPr>
      <p:grpSpPr>
        <a:xfrm>
          <a:off x="0" y="0"/>
          <a:ext cx="0" cy="0"/>
          <a:chOff x="0" y="0"/>
          <a:chExt cx="0" cy="0"/>
        </a:xfrm>
      </p:grpSpPr>
      <p:sp>
        <p:nvSpPr>
          <p:cNvPr id="1048753" name="Google Shape;44;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lvl1pPr>
            <a:lvl2pPr lvl="1" rtl="0">
              <a:spcBef>
                <a:spcPts val="0"/>
              </a:spcBef>
              <a:spcAft>
                <a:spcPts val="0"/>
              </a:spcAft>
              <a:buSzPts val="3000"/>
              <a:buNone/>
            </a:lvl2pPr>
            <a:lvl3pPr lvl="2" rtl="0">
              <a:spcBef>
                <a:spcPts val="0"/>
              </a:spcBef>
              <a:spcAft>
                <a:spcPts val="0"/>
              </a:spcAft>
              <a:buSzPts val="3000"/>
              <a:buNone/>
            </a:lvl3pPr>
            <a:lvl4pPr lvl="3" rtl="0">
              <a:spcBef>
                <a:spcPts val="0"/>
              </a:spcBef>
              <a:spcAft>
                <a:spcPts val="0"/>
              </a:spcAft>
              <a:buSzPts val="3000"/>
              <a:buNone/>
            </a:lvl4pPr>
            <a:lvl5pPr lvl="4" rtl="0">
              <a:spcBef>
                <a:spcPts val="0"/>
              </a:spcBef>
              <a:spcAft>
                <a:spcPts val="0"/>
              </a:spcAft>
              <a:buSzPts val="3000"/>
              <a:buNone/>
            </a:lvl5pPr>
            <a:lvl6pPr lvl="5" rtl="0">
              <a:spcBef>
                <a:spcPts val="0"/>
              </a:spcBef>
              <a:spcAft>
                <a:spcPts val="0"/>
              </a:spcAft>
              <a:buSzPts val="3000"/>
              <a:buNone/>
            </a:lvl6pPr>
            <a:lvl7pPr lvl="6" rtl="0">
              <a:spcBef>
                <a:spcPts val="0"/>
              </a:spcBef>
              <a:spcAft>
                <a:spcPts val="0"/>
              </a:spcAft>
              <a:buSzPts val="3000"/>
              <a:buNone/>
            </a:lvl7pPr>
            <a:lvl8pPr lvl="7" rtl="0">
              <a:spcBef>
                <a:spcPts val="0"/>
              </a:spcBef>
              <a:spcAft>
                <a:spcPts val="0"/>
              </a:spcAft>
              <a:buSzPts val="3000"/>
              <a:buNone/>
            </a:lvl8pPr>
            <a:lvl9pPr lvl="8" rtl="0">
              <a:spcBef>
                <a:spcPts val="0"/>
              </a:spcBef>
              <a:spcAft>
                <a:spcPts val="0"/>
              </a:spcAft>
              <a:buSzPts val="3000"/>
              <a:buNone/>
            </a:lvl9pPr>
          </a:lstStyle>
          <a:p>
            <a:endParaRPr/>
          </a:p>
        </p:txBody>
      </p:sp>
      <p:grpSp>
        <p:nvGrpSpPr>
          <p:cNvPr id="104" name="Google Shape;45;p6"/>
          <p:cNvGrpSpPr/>
          <p:nvPr/>
        </p:nvGrpSpPr>
        <p:grpSpPr>
          <a:xfrm rot="10800000" flipH="1">
            <a:off x="5149200" y="-2223977"/>
            <a:ext cx="5313368" cy="5145951"/>
            <a:chOff x="5263075" y="2238848"/>
            <a:chExt cx="5313368" cy="5145951"/>
          </a:xfrm>
        </p:grpSpPr>
        <p:sp>
          <p:nvSpPr>
            <p:cNvPr id="1048754" name="Google Shape;46;p6"/>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55" name="Google Shape;47;p6"/>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56" name="Google Shape;48;p6"/>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cxnSp>
        <p:nvCxnSpPr>
          <p:cNvPr id="3145734" name="Google Shape;49;p6"/>
          <p:cNvCxnSpPr>
            <a:cxnSpLocks/>
          </p:cNvCxnSpPr>
          <p:nvPr/>
        </p:nvCxnSpPr>
        <p:spPr>
          <a:xfrm>
            <a:off x="826950" y="410450"/>
            <a:ext cx="609600" cy="0"/>
          </a:xfrm>
          <a:prstGeom prst="straightConnector1">
            <a:avLst/>
          </a:prstGeom>
          <a:noFill/>
          <a:ln w="28575" cap="flat" cmpd="sng">
            <a:solidFill>
              <a:schemeClr val="dk2"/>
            </a:solidFill>
            <a:prstDash val="solid"/>
            <a:round/>
            <a:headEnd type="none" w="med" len="med"/>
            <a:tailEnd type="none" w="med" len="med"/>
          </a:ln>
        </p:spPr>
      </p:cxnSp>
      <p:grpSp>
        <p:nvGrpSpPr>
          <p:cNvPr id="105" name="Google Shape;50;p6"/>
          <p:cNvGrpSpPr/>
          <p:nvPr/>
        </p:nvGrpSpPr>
        <p:grpSpPr>
          <a:xfrm>
            <a:off x="-360073" y="3617453"/>
            <a:ext cx="1850041" cy="2269907"/>
            <a:chOff x="5119300" y="3450025"/>
            <a:chExt cx="2148213" cy="2635749"/>
          </a:xfrm>
        </p:grpSpPr>
        <p:pic>
          <p:nvPicPr>
            <p:cNvPr id="2097203" name="Google Shape;51;p6"/>
            <p:cNvPicPr preferRelativeResize="0">
              <a:picLocks/>
            </p:cNvPicPr>
            <p:nvPr/>
          </p:nvPicPr>
          <p:blipFill>
            <a:blip r:embed="rId2">
              <a:alphaModFix/>
            </a:blip>
            <a:stretch>
              <a:fillRect/>
            </a:stretch>
          </p:blipFill>
          <p:spPr>
            <a:xfrm>
              <a:off x="5119300" y="3450025"/>
              <a:ext cx="1691013" cy="1693474"/>
            </a:xfrm>
            <a:prstGeom prst="rect">
              <a:avLst/>
            </a:prstGeom>
            <a:noFill/>
            <a:ln>
              <a:noFill/>
            </a:ln>
          </p:spPr>
        </p:pic>
        <p:pic>
          <p:nvPicPr>
            <p:cNvPr id="2097204" name="Google Shape;52;p6"/>
            <p:cNvPicPr preferRelativeResize="0">
              <a:picLocks/>
            </p:cNvPicPr>
            <p:nvPr/>
          </p:nvPicPr>
          <p:blipFill>
            <a:blip r:embed="rId2">
              <a:alphaModFix/>
            </a:blip>
            <a:stretch>
              <a:fillRect/>
            </a:stretch>
          </p:blipFill>
          <p:spPr>
            <a:xfrm>
              <a:off x="5576500" y="4392300"/>
              <a:ext cx="1691013" cy="1693474"/>
            </a:xfrm>
            <a:prstGeom prst="rect">
              <a:avLst/>
            </a:prstGeom>
            <a:noFill/>
            <a:ln>
              <a:noFill/>
            </a:ln>
          </p:spPr>
        </p:pic>
      </p:grpSp>
      <p:grpSp>
        <p:nvGrpSpPr>
          <p:cNvPr id="106" name="Google Shape;53;p6"/>
          <p:cNvGrpSpPr/>
          <p:nvPr/>
        </p:nvGrpSpPr>
        <p:grpSpPr>
          <a:xfrm>
            <a:off x="7270851" y="4026546"/>
            <a:ext cx="4775101" cy="2539096"/>
            <a:chOff x="6835801" y="3991421"/>
            <a:chExt cx="4775101" cy="2539096"/>
          </a:xfrm>
        </p:grpSpPr>
        <p:pic>
          <p:nvPicPr>
            <p:cNvPr id="2097205" name="Google Shape;54;p6"/>
            <p:cNvPicPr preferRelativeResize="0">
              <a:picLocks/>
            </p:cNvPicPr>
            <p:nvPr/>
          </p:nvPicPr>
          <p:blipFill>
            <a:blip r:embed="rId3">
              <a:alphaModFix amt="21000"/>
            </a:blip>
            <a:stretch>
              <a:fillRect/>
            </a:stretch>
          </p:blipFill>
          <p:spPr>
            <a:xfrm rot="10800000" flipH="1">
              <a:off x="6835801" y="3991421"/>
              <a:ext cx="4775101" cy="2539096"/>
            </a:xfrm>
            <a:prstGeom prst="rect">
              <a:avLst/>
            </a:prstGeom>
            <a:noFill/>
            <a:ln>
              <a:noFill/>
            </a:ln>
          </p:spPr>
        </p:pic>
        <p:pic>
          <p:nvPicPr>
            <p:cNvPr id="2097206" name="Google Shape;55;p6"/>
            <p:cNvPicPr preferRelativeResize="0">
              <a:picLocks/>
            </p:cNvPicPr>
            <p:nvPr/>
          </p:nvPicPr>
          <p:blipFill>
            <a:blip r:embed="rId4">
              <a:alphaModFix amt="79000"/>
            </a:blip>
            <a:stretch>
              <a:fillRect/>
            </a:stretch>
          </p:blipFill>
          <p:spPr>
            <a:xfrm>
              <a:off x="7501325" y="4109461"/>
              <a:ext cx="2344349" cy="2346255"/>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6"/>
        <p:cNvGrpSpPr/>
        <p:nvPr/>
      </p:nvGrpSpPr>
      <p:grpSpPr>
        <a:xfrm>
          <a:off x="0" y="0"/>
          <a:ext cx="0" cy="0"/>
          <a:chOff x="0" y="0"/>
          <a:chExt cx="0" cy="0"/>
        </a:xfrm>
      </p:grpSpPr>
      <p:sp>
        <p:nvSpPr>
          <p:cNvPr id="1048632" name="Google Shape;57;p7"/>
          <p:cNvSpPr txBox="1">
            <a:spLocks noGrp="1"/>
          </p:cNvSpPr>
          <p:nvPr>
            <p:ph type="title"/>
          </p:nvPr>
        </p:nvSpPr>
        <p:spPr>
          <a:xfrm>
            <a:off x="713225" y="1372625"/>
            <a:ext cx="3858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lvl1pPr>
            <a:lvl2pPr lvl="1" rtl="0">
              <a:spcBef>
                <a:spcPts val="0"/>
              </a:spcBef>
              <a:spcAft>
                <a:spcPts val="0"/>
              </a:spcAft>
              <a:buSzPts val="3000"/>
              <a:buNone/>
            </a:lvl2pPr>
            <a:lvl3pPr lvl="2" rtl="0">
              <a:spcBef>
                <a:spcPts val="0"/>
              </a:spcBef>
              <a:spcAft>
                <a:spcPts val="0"/>
              </a:spcAft>
              <a:buSzPts val="3000"/>
              <a:buNone/>
            </a:lvl3pPr>
            <a:lvl4pPr lvl="3" rtl="0">
              <a:spcBef>
                <a:spcPts val="0"/>
              </a:spcBef>
              <a:spcAft>
                <a:spcPts val="0"/>
              </a:spcAft>
              <a:buSzPts val="3000"/>
              <a:buNone/>
            </a:lvl4pPr>
            <a:lvl5pPr lvl="4" rtl="0">
              <a:spcBef>
                <a:spcPts val="0"/>
              </a:spcBef>
              <a:spcAft>
                <a:spcPts val="0"/>
              </a:spcAft>
              <a:buSzPts val="3000"/>
              <a:buNone/>
            </a:lvl5pPr>
            <a:lvl6pPr lvl="5" rtl="0">
              <a:spcBef>
                <a:spcPts val="0"/>
              </a:spcBef>
              <a:spcAft>
                <a:spcPts val="0"/>
              </a:spcAft>
              <a:buSzPts val="3000"/>
              <a:buNone/>
            </a:lvl6pPr>
            <a:lvl7pPr lvl="6" rtl="0">
              <a:spcBef>
                <a:spcPts val="0"/>
              </a:spcBef>
              <a:spcAft>
                <a:spcPts val="0"/>
              </a:spcAft>
              <a:buSzPts val="3000"/>
              <a:buNone/>
            </a:lvl7pPr>
            <a:lvl8pPr lvl="7" rtl="0">
              <a:spcBef>
                <a:spcPts val="0"/>
              </a:spcBef>
              <a:spcAft>
                <a:spcPts val="0"/>
              </a:spcAft>
              <a:buSzPts val="3000"/>
              <a:buNone/>
            </a:lvl8pPr>
            <a:lvl9pPr lvl="8" rtl="0">
              <a:spcBef>
                <a:spcPts val="0"/>
              </a:spcBef>
              <a:spcAft>
                <a:spcPts val="0"/>
              </a:spcAft>
              <a:buSzPts val="3000"/>
              <a:buNone/>
            </a:lvl9pPr>
          </a:lstStyle>
          <a:p>
            <a:endParaRPr/>
          </a:p>
        </p:txBody>
      </p:sp>
      <p:sp>
        <p:nvSpPr>
          <p:cNvPr id="1048633" name="Google Shape;58;p7"/>
          <p:cNvSpPr txBox="1">
            <a:spLocks noGrp="1"/>
          </p:cNvSpPr>
          <p:nvPr>
            <p:ph type="subTitle" idx="1"/>
          </p:nvPr>
        </p:nvSpPr>
        <p:spPr>
          <a:xfrm>
            <a:off x="713225" y="2079025"/>
            <a:ext cx="3858900" cy="178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lvl1pPr>
            <a:lvl2pPr lvl="1" algn="ctr" rtl="0">
              <a:lnSpc>
                <a:spcPct val="100000"/>
              </a:lnSpc>
              <a:spcBef>
                <a:spcPts val="0"/>
              </a:spcBef>
              <a:spcAft>
                <a:spcPts val="0"/>
              </a:spcAft>
              <a:buClr>
                <a:srgbClr val="E76A28"/>
              </a:buClr>
              <a:buSzPts val="1200"/>
              <a:buFont typeface="Nunito Light"/>
              <a:buChar char="○"/>
            </a:lvl2pPr>
            <a:lvl3pPr lvl="2" algn="ctr" rtl="0">
              <a:lnSpc>
                <a:spcPct val="100000"/>
              </a:lnSpc>
              <a:spcBef>
                <a:spcPts val="0"/>
              </a:spcBef>
              <a:spcAft>
                <a:spcPts val="0"/>
              </a:spcAft>
              <a:buClr>
                <a:srgbClr val="E76A28"/>
              </a:buClr>
              <a:buSzPts val="1200"/>
              <a:buFont typeface="Nunito Light"/>
              <a:buChar char="■"/>
            </a:lvl3pPr>
            <a:lvl4pPr lvl="3" algn="ctr" rtl="0">
              <a:lnSpc>
                <a:spcPct val="100000"/>
              </a:lnSpc>
              <a:spcBef>
                <a:spcPts val="0"/>
              </a:spcBef>
              <a:spcAft>
                <a:spcPts val="0"/>
              </a:spcAft>
              <a:buClr>
                <a:srgbClr val="E76A28"/>
              </a:buClr>
              <a:buSzPts val="1200"/>
              <a:buFont typeface="Nunito Light"/>
              <a:buChar char="●"/>
            </a:lvl4pPr>
            <a:lvl5pPr lvl="4" algn="ctr" rtl="0">
              <a:lnSpc>
                <a:spcPct val="100000"/>
              </a:lnSpc>
              <a:spcBef>
                <a:spcPts val="0"/>
              </a:spcBef>
              <a:spcAft>
                <a:spcPts val="0"/>
              </a:spcAft>
              <a:buClr>
                <a:srgbClr val="E76A28"/>
              </a:buClr>
              <a:buSzPts val="1200"/>
              <a:buFont typeface="Nunito Light"/>
              <a:buChar char="○"/>
            </a:lvl5pPr>
            <a:lvl6pPr lvl="5" algn="ctr" rtl="0">
              <a:lnSpc>
                <a:spcPct val="100000"/>
              </a:lnSpc>
              <a:spcBef>
                <a:spcPts val="0"/>
              </a:spcBef>
              <a:spcAft>
                <a:spcPts val="0"/>
              </a:spcAft>
              <a:buClr>
                <a:srgbClr val="999999"/>
              </a:buClr>
              <a:buSzPts val="1200"/>
              <a:buFont typeface="Nunito Light"/>
              <a:buChar char="■"/>
            </a:lvl6pPr>
            <a:lvl7pPr lvl="6" algn="ctr" rtl="0">
              <a:lnSpc>
                <a:spcPct val="100000"/>
              </a:lnSpc>
              <a:spcBef>
                <a:spcPts val="0"/>
              </a:spcBef>
              <a:spcAft>
                <a:spcPts val="0"/>
              </a:spcAft>
              <a:buClr>
                <a:srgbClr val="999999"/>
              </a:buClr>
              <a:buSzPts val="1200"/>
              <a:buFont typeface="Nunito Light"/>
              <a:buChar char="●"/>
            </a:lvl7pPr>
            <a:lvl8pPr lvl="7" algn="ctr" rtl="0">
              <a:lnSpc>
                <a:spcPct val="100000"/>
              </a:lnSpc>
              <a:spcBef>
                <a:spcPts val="0"/>
              </a:spcBef>
              <a:spcAft>
                <a:spcPts val="0"/>
              </a:spcAft>
              <a:buClr>
                <a:srgbClr val="999999"/>
              </a:buClr>
              <a:buSzPts val="1200"/>
              <a:buFont typeface="Nunito Light"/>
              <a:buChar char="○"/>
            </a:lvl8pPr>
            <a:lvl9pPr lvl="8" algn="ctr" rtl="0">
              <a:lnSpc>
                <a:spcPct val="100000"/>
              </a:lnSpc>
              <a:spcBef>
                <a:spcPts val="0"/>
              </a:spcBef>
              <a:spcAft>
                <a:spcPts val="0"/>
              </a:spcAft>
              <a:buClr>
                <a:srgbClr val="999999"/>
              </a:buClr>
              <a:buSzPts val="1200"/>
              <a:buFont typeface="Nunito Light"/>
              <a:buChar char="■"/>
            </a:lvl9pPr>
          </a:lstStyle>
          <a:p>
            <a:endParaRPr/>
          </a:p>
        </p:txBody>
      </p:sp>
      <p:sp>
        <p:nvSpPr>
          <p:cNvPr id="1048634" name="Google Shape;59;p7"/>
          <p:cNvSpPr>
            <a:spLocks noGrp="1"/>
          </p:cNvSpPr>
          <p:nvPr>
            <p:ph type="pic" idx="2"/>
          </p:nvPr>
        </p:nvSpPr>
        <p:spPr>
          <a:xfrm>
            <a:off x="4934850" y="0"/>
            <a:ext cx="4209300" cy="5143500"/>
          </a:xfrm>
          <a:prstGeom prst="rect">
            <a:avLst/>
          </a:prstGeom>
          <a:noFill/>
          <a:ln>
            <a:noFill/>
          </a:ln>
        </p:spPr>
      </p:sp>
      <p:pic>
        <p:nvPicPr>
          <p:cNvPr id="2097166" name="Google Shape;60;p7"/>
          <p:cNvPicPr preferRelativeResize="0">
            <a:picLocks/>
          </p:cNvPicPr>
          <p:nvPr/>
        </p:nvPicPr>
        <p:blipFill>
          <a:blip r:embed="rId2">
            <a:alphaModFix amt="21000"/>
          </a:blip>
          <a:stretch>
            <a:fillRect/>
          </a:stretch>
        </p:blipFill>
        <p:spPr>
          <a:xfrm>
            <a:off x="-2336774" y="-1390654"/>
            <a:ext cx="4775101" cy="2539096"/>
          </a:xfrm>
          <a:prstGeom prst="rect">
            <a:avLst/>
          </a:prstGeom>
          <a:noFill/>
          <a:ln>
            <a:noFill/>
          </a:ln>
        </p:spPr>
      </p:pic>
      <p:grpSp>
        <p:nvGrpSpPr>
          <p:cNvPr id="47" name="Google Shape;61;p7"/>
          <p:cNvGrpSpPr/>
          <p:nvPr/>
        </p:nvGrpSpPr>
        <p:grpSpPr>
          <a:xfrm>
            <a:off x="-937361" y="3117653"/>
            <a:ext cx="1850041" cy="2269907"/>
            <a:chOff x="5119300" y="3450025"/>
            <a:chExt cx="2148213" cy="2635749"/>
          </a:xfrm>
        </p:grpSpPr>
        <p:pic>
          <p:nvPicPr>
            <p:cNvPr id="2097167" name="Google Shape;62;p7"/>
            <p:cNvPicPr preferRelativeResize="0">
              <a:picLocks/>
            </p:cNvPicPr>
            <p:nvPr/>
          </p:nvPicPr>
          <p:blipFill>
            <a:blip r:embed="rId3">
              <a:alphaModFix/>
            </a:blip>
            <a:stretch>
              <a:fillRect/>
            </a:stretch>
          </p:blipFill>
          <p:spPr>
            <a:xfrm>
              <a:off x="5119300" y="3450025"/>
              <a:ext cx="1691013" cy="1693474"/>
            </a:xfrm>
            <a:prstGeom prst="rect">
              <a:avLst/>
            </a:prstGeom>
            <a:noFill/>
            <a:ln>
              <a:noFill/>
            </a:ln>
          </p:spPr>
        </p:pic>
        <p:pic>
          <p:nvPicPr>
            <p:cNvPr id="2097168" name="Google Shape;63;p7"/>
            <p:cNvPicPr preferRelativeResize="0">
              <a:picLocks/>
            </p:cNvPicPr>
            <p:nvPr/>
          </p:nvPicPr>
          <p:blipFill>
            <a:blip r:embed="rId3">
              <a:alphaModFix/>
            </a:blip>
            <a:stretch>
              <a:fillRect/>
            </a:stretch>
          </p:blipFill>
          <p:spPr>
            <a:xfrm>
              <a:off x="5576500" y="4392300"/>
              <a:ext cx="1691013" cy="1693474"/>
            </a:xfrm>
            <a:prstGeom prst="rect">
              <a:avLst/>
            </a:prstGeom>
            <a:noFill/>
            <a:ln>
              <a:noFill/>
            </a:ln>
          </p:spPr>
        </p:pic>
      </p:grpSp>
      <p:pic>
        <p:nvPicPr>
          <p:cNvPr id="2097169" name="Google Shape;64;p7"/>
          <p:cNvPicPr preferRelativeResize="0">
            <a:picLocks/>
          </p:cNvPicPr>
          <p:nvPr/>
        </p:nvPicPr>
        <p:blipFill>
          <a:blip r:embed="rId4">
            <a:alphaModFix amt="79000"/>
          </a:blip>
          <a:stretch>
            <a:fillRect/>
          </a:stretch>
        </p:blipFill>
        <p:spPr>
          <a:xfrm>
            <a:off x="-756850" y="-1390653"/>
            <a:ext cx="2344349" cy="23462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5"/>
        <p:cNvGrpSpPr/>
        <p:nvPr/>
      </p:nvGrpSpPr>
      <p:grpSpPr>
        <a:xfrm>
          <a:off x="0" y="0"/>
          <a:ext cx="0" cy="0"/>
          <a:chOff x="0" y="0"/>
          <a:chExt cx="0" cy="0"/>
        </a:xfrm>
      </p:grpSpPr>
      <p:sp>
        <p:nvSpPr>
          <p:cNvPr id="1048757" name="Google Shape;66;p8"/>
          <p:cNvSpPr txBox="1">
            <a:spLocks noGrp="1"/>
          </p:cNvSpPr>
          <p:nvPr>
            <p:ph type="title"/>
          </p:nvPr>
        </p:nvSpPr>
        <p:spPr>
          <a:xfrm>
            <a:off x="821650" y="1307100"/>
            <a:ext cx="4508100" cy="25293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08" name="Google Shape;67;p8"/>
          <p:cNvGrpSpPr/>
          <p:nvPr/>
        </p:nvGrpSpPr>
        <p:grpSpPr>
          <a:xfrm>
            <a:off x="4787250" y="1760273"/>
            <a:ext cx="5313368" cy="5145951"/>
            <a:chOff x="5263075" y="2238848"/>
            <a:chExt cx="5313368" cy="5145951"/>
          </a:xfrm>
        </p:grpSpPr>
        <p:sp>
          <p:nvSpPr>
            <p:cNvPr id="1048758" name="Google Shape;68;p8"/>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59" name="Google Shape;69;p8"/>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60" name="Google Shape;70;p8"/>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9" name="Google Shape;71;p8"/>
          <p:cNvGrpSpPr/>
          <p:nvPr/>
        </p:nvGrpSpPr>
        <p:grpSpPr>
          <a:xfrm>
            <a:off x="-937361" y="3117653"/>
            <a:ext cx="1850041" cy="2269907"/>
            <a:chOff x="5119300" y="3450025"/>
            <a:chExt cx="2148213" cy="2635749"/>
          </a:xfrm>
        </p:grpSpPr>
        <p:pic>
          <p:nvPicPr>
            <p:cNvPr id="2097207" name="Google Shape;72;p8"/>
            <p:cNvPicPr preferRelativeResize="0">
              <a:picLocks/>
            </p:cNvPicPr>
            <p:nvPr/>
          </p:nvPicPr>
          <p:blipFill>
            <a:blip r:embed="rId2">
              <a:alphaModFix/>
            </a:blip>
            <a:stretch>
              <a:fillRect/>
            </a:stretch>
          </p:blipFill>
          <p:spPr>
            <a:xfrm>
              <a:off x="5119300" y="3450025"/>
              <a:ext cx="1691013" cy="1693474"/>
            </a:xfrm>
            <a:prstGeom prst="rect">
              <a:avLst/>
            </a:prstGeom>
            <a:noFill/>
            <a:ln>
              <a:noFill/>
            </a:ln>
          </p:spPr>
        </p:pic>
        <p:pic>
          <p:nvPicPr>
            <p:cNvPr id="2097208" name="Google Shape;73;p8"/>
            <p:cNvPicPr preferRelativeResize="0">
              <a:picLocks/>
            </p:cNvPicPr>
            <p:nvPr/>
          </p:nvPicPr>
          <p:blipFill>
            <a:blip r:embed="rId2">
              <a:alphaModFix/>
            </a:blip>
            <a:stretch>
              <a:fillRect/>
            </a:stretch>
          </p:blipFill>
          <p:spPr>
            <a:xfrm>
              <a:off x="5576500" y="4392300"/>
              <a:ext cx="1691013" cy="1693474"/>
            </a:xfrm>
            <a:prstGeom prst="rect">
              <a:avLst/>
            </a:prstGeom>
            <a:noFill/>
            <a:ln>
              <a:noFill/>
            </a:ln>
          </p:spPr>
        </p:pic>
      </p:grpSp>
      <p:pic>
        <p:nvPicPr>
          <p:cNvPr id="2097209" name="Google Shape;74;p8"/>
          <p:cNvPicPr preferRelativeResize="0">
            <a:picLocks/>
          </p:cNvPicPr>
          <p:nvPr/>
        </p:nvPicPr>
        <p:blipFill>
          <a:blip r:embed="rId3">
            <a:alphaModFix amt="21000"/>
          </a:blip>
          <a:stretch>
            <a:fillRect/>
          </a:stretch>
        </p:blipFill>
        <p:spPr>
          <a:xfrm>
            <a:off x="5854726" y="-1371604"/>
            <a:ext cx="4775101" cy="2539096"/>
          </a:xfrm>
          <a:prstGeom prst="rect">
            <a:avLst/>
          </a:prstGeom>
          <a:noFill/>
          <a:ln>
            <a:noFill/>
          </a:ln>
        </p:spPr>
      </p:pic>
      <p:pic>
        <p:nvPicPr>
          <p:cNvPr id="2097210" name="Google Shape;75;p8"/>
          <p:cNvPicPr preferRelativeResize="0">
            <a:picLocks/>
          </p:cNvPicPr>
          <p:nvPr/>
        </p:nvPicPr>
        <p:blipFill>
          <a:blip r:embed="rId4">
            <a:alphaModFix amt="79000"/>
          </a:blip>
          <a:stretch>
            <a:fillRect/>
          </a:stretch>
        </p:blipFill>
        <p:spPr>
          <a:xfrm>
            <a:off x="7739450" y="-1318753"/>
            <a:ext cx="2344349" cy="23462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6"/>
        <p:cNvGrpSpPr/>
        <p:nvPr/>
      </p:nvGrpSpPr>
      <p:grpSpPr>
        <a:xfrm>
          <a:off x="0" y="0"/>
          <a:ext cx="0" cy="0"/>
          <a:chOff x="0" y="0"/>
          <a:chExt cx="0" cy="0"/>
        </a:xfrm>
      </p:grpSpPr>
      <p:sp>
        <p:nvSpPr>
          <p:cNvPr id="1048784" name="Google Shape;77;p9"/>
          <p:cNvSpPr txBox="1">
            <a:spLocks noGrp="1"/>
          </p:cNvSpPr>
          <p:nvPr>
            <p:ph type="title"/>
          </p:nvPr>
        </p:nvSpPr>
        <p:spPr>
          <a:xfrm>
            <a:off x="713225" y="1174700"/>
            <a:ext cx="4872900" cy="1964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048785" name="Google Shape;78;p9"/>
          <p:cNvSpPr txBox="1">
            <a:spLocks noGrp="1"/>
          </p:cNvSpPr>
          <p:nvPr>
            <p:ph type="subTitle" idx="1"/>
          </p:nvPr>
        </p:nvSpPr>
        <p:spPr>
          <a:xfrm>
            <a:off x="713225" y="3139100"/>
            <a:ext cx="4872900" cy="67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600"/>
            </a:lvl1pPr>
            <a:lvl2pPr lvl="1" rtl="0">
              <a:lnSpc>
                <a:spcPct val="100000"/>
              </a:lnSpc>
              <a:spcBef>
                <a:spcPts val="0"/>
              </a:spcBef>
              <a:spcAft>
                <a:spcPts val="0"/>
              </a:spcAft>
              <a:buSzPts val="1200"/>
              <a:buNone/>
            </a:lvl2pPr>
            <a:lvl3pPr lvl="2" rtl="0">
              <a:lnSpc>
                <a:spcPct val="100000"/>
              </a:lnSpc>
              <a:spcBef>
                <a:spcPts val="0"/>
              </a:spcBef>
              <a:spcAft>
                <a:spcPts val="0"/>
              </a:spcAft>
              <a:buSzPts val="1200"/>
              <a:buNone/>
            </a:lvl3pPr>
            <a:lvl4pPr lvl="3" rtl="0">
              <a:lnSpc>
                <a:spcPct val="100000"/>
              </a:lnSpc>
              <a:spcBef>
                <a:spcPts val="0"/>
              </a:spcBef>
              <a:spcAft>
                <a:spcPts val="0"/>
              </a:spcAft>
              <a:buSzPts val="1200"/>
              <a:buNone/>
            </a:lvl4pPr>
            <a:lvl5pPr lvl="4" rtl="0">
              <a:lnSpc>
                <a:spcPct val="100000"/>
              </a:lnSpc>
              <a:spcBef>
                <a:spcPts val="0"/>
              </a:spcBef>
              <a:spcAft>
                <a:spcPts val="0"/>
              </a:spcAft>
              <a:buSzPts val="1200"/>
              <a:buNone/>
            </a:lvl5pPr>
            <a:lvl6pPr lvl="5" rtl="0">
              <a:lnSpc>
                <a:spcPct val="100000"/>
              </a:lnSpc>
              <a:spcBef>
                <a:spcPts val="0"/>
              </a:spcBef>
              <a:spcAft>
                <a:spcPts val="0"/>
              </a:spcAft>
              <a:buSzPts val="1200"/>
              <a:buNone/>
            </a:lvl6pPr>
            <a:lvl7pPr lvl="6" rtl="0">
              <a:lnSpc>
                <a:spcPct val="100000"/>
              </a:lnSpc>
              <a:spcBef>
                <a:spcPts val="0"/>
              </a:spcBef>
              <a:spcAft>
                <a:spcPts val="0"/>
              </a:spcAft>
              <a:buSzPts val="1200"/>
              <a:buNone/>
            </a:lvl7pPr>
            <a:lvl8pPr lvl="7" rtl="0">
              <a:lnSpc>
                <a:spcPct val="100000"/>
              </a:lnSpc>
              <a:spcBef>
                <a:spcPts val="0"/>
              </a:spcBef>
              <a:spcAft>
                <a:spcPts val="0"/>
              </a:spcAft>
              <a:buSzPts val="1200"/>
              <a:buNone/>
            </a:lvl8pPr>
            <a:lvl9pPr lvl="8" rtl="0">
              <a:lnSpc>
                <a:spcPct val="100000"/>
              </a:lnSpc>
              <a:spcBef>
                <a:spcPts val="0"/>
              </a:spcBef>
              <a:spcAft>
                <a:spcPts val="0"/>
              </a:spcAft>
              <a:buSzPts val="1200"/>
              <a:buNone/>
            </a:lvl9pPr>
          </a:lstStyle>
          <a:p>
            <a:endParaRPr/>
          </a:p>
        </p:txBody>
      </p:sp>
      <p:grpSp>
        <p:nvGrpSpPr>
          <p:cNvPr id="122" name="Google Shape;79;p9"/>
          <p:cNvGrpSpPr/>
          <p:nvPr/>
        </p:nvGrpSpPr>
        <p:grpSpPr>
          <a:xfrm rot="10800000" flipH="1">
            <a:off x="5149200" y="-2223977"/>
            <a:ext cx="5313368" cy="5145951"/>
            <a:chOff x="5263075" y="2238848"/>
            <a:chExt cx="5313368" cy="5145951"/>
          </a:xfrm>
        </p:grpSpPr>
        <p:sp>
          <p:nvSpPr>
            <p:cNvPr id="1048786" name="Google Shape;80;p9"/>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87" name="Google Shape;81;p9"/>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88" name="Google Shape;82;p9"/>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23" name="Google Shape;83;p9"/>
          <p:cNvGrpSpPr/>
          <p:nvPr/>
        </p:nvGrpSpPr>
        <p:grpSpPr>
          <a:xfrm>
            <a:off x="-360073" y="3617453"/>
            <a:ext cx="1850041" cy="2269907"/>
            <a:chOff x="5119300" y="3450025"/>
            <a:chExt cx="2148213" cy="2635749"/>
          </a:xfrm>
        </p:grpSpPr>
        <p:pic>
          <p:nvPicPr>
            <p:cNvPr id="2097223" name="Google Shape;84;p9"/>
            <p:cNvPicPr preferRelativeResize="0">
              <a:picLocks/>
            </p:cNvPicPr>
            <p:nvPr/>
          </p:nvPicPr>
          <p:blipFill>
            <a:blip r:embed="rId2">
              <a:alphaModFix/>
            </a:blip>
            <a:stretch>
              <a:fillRect/>
            </a:stretch>
          </p:blipFill>
          <p:spPr>
            <a:xfrm>
              <a:off x="5119300" y="3450025"/>
              <a:ext cx="1691013" cy="1693474"/>
            </a:xfrm>
            <a:prstGeom prst="rect">
              <a:avLst/>
            </a:prstGeom>
            <a:noFill/>
            <a:ln>
              <a:noFill/>
            </a:ln>
          </p:spPr>
        </p:pic>
        <p:pic>
          <p:nvPicPr>
            <p:cNvPr id="2097224" name="Google Shape;85;p9"/>
            <p:cNvPicPr preferRelativeResize="0">
              <a:picLocks/>
            </p:cNvPicPr>
            <p:nvPr/>
          </p:nvPicPr>
          <p:blipFill>
            <a:blip r:embed="rId2">
              <a:alphaModFix/>
            </a:blip>
            <a:stretch>
              <a:fillRect/>
            </a:stretch>
          </p:blipFill>
          <p:spPr>
            <a:xfrm>
              <a:off x="5576500" y="4392300"/>
              <a:ext cx="1691013" cy="1693474"/>
            </a:xfrm>
            <a:prstGeom prst="rect">
              <a:avLst/>
            </a:prstGeom>
            <a:noFill/>
            <a:ln>
              <a:noFill/>
            </a:ln>
          </p:spPr>
        </p:pic>
      </p:grpSp>
      <p:grpSp>
        <p:nvGrpSpPr>
          <p:cNvPr id="124" name="Google Shape;86;p9"/>
          <p:cNvGrpSpPr/>
          <p:nvPr/>
        </p:nvGrpSpPr>
        <p:grpSpPr>
          <a:xfrm>
            <a:off x="7270851" y="4026546"/>
            <a:ext cx="4775101" cy="2539096"/>
            <a:chOff x="6835801" y="3991421"/>
            <a:chExt cx="4775101" cy="2539096"/>
          </a:xfrm>
        </p:grpSpPr>
        <p:pic>
          <p:nvPicPr>
            <p:cNvPr id="2097225" name="Google Shape;87;p9"/>
            <p:cNvPicPr preferRelativeResize="0">
              <a:picLocks/>
            </p:cNvPicPr>
            <p:nvPr/>
          </p:nvPicPr>
          <p:blipFill>
            <a:blip r:embed="rId3">
              <a:alphaModFix amt="21000"/>
            </a:blip>
            <a:stretch>
              <a:fillRect/>
            </a:stretch>
          </p:blipFill>
          <p:spPr>
            <a:xfrm rot="10800000" flipH="1">
              <a:off x="6835801" y="3991421"/>
              <a:ext cx="4775101" cy="2539096"/>
            </a:xfrm>
            <a:prstGeom prst="rect">
              <a:avLst/>
            </a:prstGeom>
            <a:noFill/>
            <a:ln>
              <a:noFill/>
            </a:ln>
          </p:spPr>
        </p:pic>
        <p:pic>
          <p:nvPicPr>
            <p:cNvPr id="2097226" name="Google Shape;88;p9"/>
            <p:cNvPicPr preferRelativeResize="0">
              <a:picLocks/>
            </p:cNvPicPr>
            <p:nvPr/>
          </p:nvPicPr>
          <p:blipFill>
            <a:blip r:embed="rId4">
              <a:alphaModFix amt="79000"/>
            </a:blip>
            <a:stretch>
              <a:fillRect/>
            </a:stretch>
          </p:blipFill>
          <p:spPr>
            <a:xfrm>
              <a:off x="7501325" y="4109461"/>
              <a:ext cx="2344349" cy="2346255"/>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9"/>
        <p:cNvGrpSpPr/>
        <p:nvPr/>
      </p:nvGrpSpPr>
      <p:grpSpPr>
        <a:xfrm>
          <a:off x="0" y="0"/>
          <a:ext cx="0" cy="0"/>
          <a:chOff x="0" y="0"/>
          <a:chExt cx="0" cy="0"/>
        </a:xfrm>
      </p:grpSpPr>
      <p:sp>
        <p:nvSpPr>
          <p:cNvPr id="1048748" name="Google Shape;90;p10"/>
          <p:cNvSpPr>
            <a:spLocks noGrp="1"/>
          </p:cNvSpPr>
          <p:nvPr>
            <p:ph type="pic" idx="2"/>
          </p:nvPr>
        </p:nvSpPr>
        <p:spPr>
          <a:xfrm>
            <a:off x="-50" y="0"/>
            <a:ext cx="9144000" cy="5143500"/>
          </a:xfrm>
          <a:prstGeom prst="rect">
            <a:avLst/>
          </a:prstGeom>
          <a:noFill/>
          <a:ln>
            <a:noFill/>
          </a:ln>
        </p:spPr>
      </p:sp>
      <p:sp>
        <p:nvSpPr>
          <p:cNvPr id="1048749" name="Google Shape;91;p10"/>
          <p:cNvSpPr txBox="1">
            <a:spLocks noGrp="1"/>
          </p:cNvSpPr>
          <p:nvPr>
            <p:ph type="title"/>
          </p:nvPr>
        </p:nvSpPr>
        <p:spPr>
          <a:xfrm>
            <a:off x="713225" y="3712700"/>
            <a:ext cx="3324600" cy="891300"/>
          </a:xfrm>
          <a:prstGeom prst="rect">
            <a:avLst/>
          </a:prstGeom>
          <a:solidFill>
            <a:schemeClr val="lt1"/>
          </a:solidFill>
        </p:spPr>
        <p:txBody>
          <a:bodyPr spcFirstLastPara="1" wrap="square" lIns="91425" tIns="91425" rIns="91425" bIns="91425" anchor="t" anchorCtr="0">
            <a:noAutofit/>
          </a:bodyPr>
          <a:lstStyle>
            <a:lvl1pPr lvl="0" rtl="0">
              <a:spcBef>
                <a:spcPts val="0"/>
              </a:spcBef>
              <a:spcAft>
                <a:spcPts val="0"/>
              </a:spcAft>
              <a:buSzPts val="2800"/>
              <a:buNone/>
              <a:defRPr sz="2400"/>
            </a:lvl1pPr>
            <a:lvl2pPr lvl="1" algn="ctr" rtl="0">
              <a:spcBef>
                <a:spcPts val="0"/>
              </a:spcBef>
              <a:spcAft>
                <a:spcPts val="0"/>
              </a:spcAft>
              <a:buSzPts val="3000"/>
              <a:buNone/>
            </a:lvl2pPr>
            <a:lvl3pPr lvl="2" algn="ctr" rtl="0">
              <a:spcBef>
                <a:spcPts val="0"/>
              </a:spcBef>
              <a:spcAft>
                <a:spcPts val="0"/>
              </a:spcAft>
              <a:buSzPts val="3000"/>
              <a:buNone/>
            </a:lvl3pPr>
            <a:lvl4pPr lvl="3" algn="ctr" rtl="0">
              <a:spcBef>
                <a:spcPts val="0"/>
              </a:spcBef>
              <a:spcAft>
                <a:spcPts val="0"/>
              </a:spcAft>
              <a:buSzPts val="3000"/>
              <a:buNone/>
            </a:lvl4pPr>
            <a:lvl5pPr lvl="4" algn="ctr" rtl="0">
              <a:spcBef>
                <a:spcPts val="0"/>
              </a:spcBef>
              <a:spcAft>
                <a:spcPts val="0"/>
              </a:spcAft>
              <a:buSzPts val="3000"/>
              <a:buNone/>
            </a:lvl5pPr>
            <a:lvl6pPr lvl="5" algn="ctr" rtl="0">
              <a:spcBef>
                <a:spcPts val="0"/>
              </a:spcBef>
              <a:spcAft>
                <a:spcPts val="0"/>
              </a:spcAft>
              <a:buSzPts val="3000"/>
              <a:buNone/>
            </a:lvl6pPr>
            <a:lvl7pPr lvl="6" algn="ctr" rtl="0">
              <a:spcBef>
                <a:spcPts val="0"/>
              </a:spcBef>
              <a:spcAft>
                <a:spcPts val="0"/>
              </a:spcAft>
              <a:buSzPts val="3000"/>
              <a:buNone/>
            </a:lvl7pPr>
            <a:lvl8pPr lvl="7" algn="ctr" rtl="0">
              <a:spcBef>
                <a:spcPts val="0"/>
              </a:spcBef>
              <a:spcAft>
                <a:spcPts val="0"/>
              </a:spcAft>
              <a:buSzPts val="3000"/>
              <a:buNone/>
            </a:lvl8pPr>
            <a:lvl9pPr lvl="8" algn="ctr" rtl="0">
              <a:spcBef>
                <a:spcPts val="0"/>
              </a:spcBef>
              <a:spcAft>
                <a:spcPts val="0"/>
              </a:spcAft>
              <a:buSzPts val="3000"/>
              <a:buNone/>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53"/>
        <p:cNvGrpSpPr/>
        <p:nvPr/>
      </p:nvGrpSpPr>
      <p:grpSpPr>
        <a:xfrm>
          <a:off x="0" y="0"/>
          <a:ext cx="0" cy="0"/>
          <a:chOff x="0" y="0"/>
          <a:chExt cx="0" cy="0"/>
        </a:xfrm>
      </p:grpSpPr>
      <p:sp>
        <p:nvSpPr>
          <p:cNvPr id="1048738" name="Google Shape;154;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lvl1pPr>
            <a:lvl2pPr lvl="1" rtl="0">
              <a:spcBef>
                <a:spcPts val="0"/>
              </a:spcBef>
              <a:spcAft>
                <a:spcPts val="0"/>
              </a:spcAft>
              <a:buSzPts val="3000"/>
              <a:buNone/>
            </a:lvl2pPr>
            <a:lvl3pPr lvl="2" rtl="0">
              <a:spcBef>
                <a:spcPts val="0"/>
              </a:spcBef>
              <a:spcAft>
                <a:spcPts val="0"/>
              </a:spcAft>
              <a:buSzPts val="3000"/>
              <a:buNone/>
            </a:lvl3pPr>
            <a:lvl4pPr lvl="3" rtl="0">
              <a:spcBef>
                <a:spcPts val="0"/>
              </a:spcBef>
              <a:spcAft>
                <a:spcPts val="0"/>
              </a:spcAft>
              <a:buSzPts val="3000"/>
              <a:buNone/>
            </a:lvl4pPr>
            <a:lvl5pPr lvl="4" rtl="0">
              <a:spcBef>
                <a:spcPts val="0"/>
              </a:spcBef>
              <a:spcAft>
                <a:spcPts val="0"/>
              </a:spcAft>
              <a:buSzPts val="3000"/>
              <a:buNone/>
            </a:lvl5pPr>
            <a:lvl6pPr lvl="5" rtl="0">
              <a:spcBef>
                <a:spcPts val="0"/>
              </a:spcBef>
              <a:spcAft>
                <a:spcPts val="0"/>
              </a:spcAft>
              <a:buSzPts val="3000"/>
              <a:buNone/>
            </a:lvl6pPr>
            <a:lvl7pPr lvl="6" rtl="0">
              <a:spcBef>
                <a:spcPts val="0"/>
              </a:spcBef>
              <a:spcAft>
                <a:spcPts val="0"/>
              </a:spcAft>
              <a:buSzPts val="3000"/>
              <a:buNone/>
            </a:lvl7pPr>
            <a:lvl8pPr lvl="7" rtl="0">
              <a:spcBef>
                <a:spcPts val="0"/>
              </a:spcBef>
              <a:spcAft>
                <a:spcPts val="0"/>
              </a:spcAft>
              <a:buSzPts val="3000"/>
              <a:buNone/>
            </a:lvl8pPr>
            <a:lvl9pPr lvl="8" rtl="0">
              <a:spcBef>
                <a:spcPts val="0"/>
              </a:spcBef>
              <a:spcAft>
                <a:spcPts val="0"/>
              </a:spcAft>
              <a:buSzPts val="3000"/>
              <a:buNone/>
            </a:lvl9pPr>
          </a:lstStyle>
          <a:p>
            <a:endParaRPr/>
          </a:p>
        </p:txBody>
      </p:sp>
      <p:sp>
        <p:nvSpPr>
          <p:cNvPr id="1048739" name="Google Shape;155;p17"/>
          <p:cNvSpPr txBox="1">
            <a:spLocks noGrp="1"/>
          </p:cNvSpPr>
          <p:nvPr>
            <p:ph type="subTitle" idx="1"/>
          </p:nvPr>
        </p:nvSpPr>
        <p:spPr>
          <a:xfrm>
            <a:off x="713225" y="2579825"/>
            <a:ext cx="2280600" cy="139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lvl1pPr>
            <a:lvl2pPr lvl="1" algn="ctr" rtl="0">
              <a:lnSpc>
                <a:spcPct val="100000"/>
              </a:lnSpc>
              <a:spcBef>
                <a:spcPts val="0"/>
              </a:spcBef>
              <a:spcAft>
                <a:spcPts val="0"/>
              </a:spcAft>
              <a:buSzPts val="1200"/>
              <a:buNone/>
            </a:lvl2pPr>
            <a:lvl3pPr lvl="2" algn="ctr" rtl="0">
              <a:lnSpc>
                <a:spcPct val="100000"/>
              </a:lnSpc>
              <a:spcBef>
                <a:spcPts val="0"/>
              </a:spcBef>
              <a:spcAft>
                <a:spcPts val="0"/>
              </a:spcAft>
              <a:buSzPts val="1200"/>
              <a:buNone/>
            </a:lvl3pPr>
            <a:lvl4pPr lvl="3" algn="ctr" rtl="0">
              <a:lnSpc>
                <a:spcPct val="100000"/>
              </a:lnSpc>
              <a:spcBef>
                <a:spcPts val="0"/>
              </a:spcBef>
              <a:spcAft>
                <a:spcPts val="0"/>
              </a:spcAft>
              <a:buSzPts val="1200"/>
              <a:buNone/>
            </a:lvl4pPr>
            <a:lvl5pPr lvl="4" algn="ctr" rtl="0">
              <a:lnSpc>
                <a:spcPct val="100000"/>
              </a:lnSpc>
              <a:spcBef>
                <a:spcPts val="0"/>
              </a:spcBef>
              <a:spcAft>
                <a:spcPts val="0"/>
              </a:spcAft>
              <a:buSzPts val="1200"/>
              <a:buNone/>
            </a:lvl5pPr>
            <a:lvl6pPr lvl="5" algn="ctr" rtl="0">
              <a:lnSpc>
                <a:spcPct val="100000"/>
              </a:lnSpc>
              <a:spcBef>
                <a:spcPts val="0"/>
              </a:spcBef>
              <a:spcAft>
                <a:spcPts val="0"/>
              </a:spcAft>
              <a:buSzPts val="1200"/>
              <a:buNone/>
            </a:lvl6pPr>
            <a:lvl7pPr lvl="6" algn="ctr" rtl="0">
              <a:lnSpc>
                <a:spcPct val="100000"/>
              </a:lnSpc>
              <a:spcBef>
                <a:spcPts val="0"/>
              </a:spcBef>
              <a:spcAft>
                <a:spcPts val="0"/>
              </a:spcAft>
              <a:buSzPts val="1200"/>
              <a:buNone/>
            </a:lvl7pPr>
            <a:lvl8pPr lvl="7" algn="ctr" rtl="0">
              <a:lnSpc>
                <a:spcPct val="100000"/>
              </a:lnSpc>
              <a:spcBef>
                <a:spcPts val="0"/>
              </a:spcBef>
              <a:spcAft>
                <a:spcPts val="0"/>
              </a:spcAft>
              <a:buSzPts val="1200"/>
              <a:buNone/>
            </a:lvl8pPr>
            <a:lvl9pPr lvl="8" algn="ctr" rtl="0">
              <a:lnSpc>
                <a:spcPct val="100000"/>
              </a:lnSpc>
              <a:spcBef>
                <a:spcPts val="0"/>
              </a:spcBef>
              <a:spcAft>
                <a:spcPts val="0"/>
              </a:spcAft>
              <a:buSzPts val="1200"/>
              <a:buNone/>
            </a:lvl9pPr>
          </a:lstStyle>
          <a:p>
            <a:endParaRPr/>
          </a:p>
        </p:txBody>
      </p:sp>
      <p:sp>
        <p:nvSpPr>
          <p:cNvPr id="1048740" name="Google Shape;156;p17"/>
          <p:cNvSpPr txBox="1">
            <a:spLocks noGrp="1"/>
          </p:cNvSpPr>
          <p:nvPr>
            <p:ph type="subTitle" idx="2"/>
          </p:nvPr>
        </p:nvSpPr>
        <p:spPr>
          <a:xfrm>
            <a:off x="3259700" y="2579825"/>
            <a:ext cx="2280600" cy="139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lvl1pPr>
            <a:lvl2pPr lvl="1" algn="ctr" rtl="0">
              <a:lnSpc>
                <a:spcPct val="100000"/>
              </a:lnSpc>
              <a:spcBef>
                <a:spcPts val="0"/>
              </a:spcBef>
              <a:spcAft>
                <a:spcPts val="0"/>
              </a:spcAft>
              <a:buSzPts val="1200"/>
              <a:buNone/>
            </a:lvl2pPr>
            <a:lvl3pPr lvl="2" algn="ctr" rtl="0">
              <a:lnSpc>
                <a:spcPct val="100000"/>
              </a:lnSpc>
              <a:spcBef>
                <a:spcPts val="0"/>
              </a:spcBef>
              <a:spcAft>
                <a:spcPts val="0"/>
              </a:spcAft>
              <a:buSzPts val="1200"/>
              <a:buNone/>
            </a:lvl3pPr>
            <a:lvl4pPr lvl="3" algn="ctr" rtl="0">
              <a:lnSpc>
                <a:spcPct val="100000"/>
              </a:lnSpc>
              <a:spcBef>
                <a:spcPts val="0"/>
              </a:spcBef>
              <a:spcAft>
                <a:spcPts val="0"/>
              </a:spcAft>
              <a:buSzPts val="1200"/>
              <a:buNone/>
            </a:lvl4pPr>
            <a:lvl5pPr lvl="4" algn="ctr" rtl="0">
              <a:lnSpc>
                <a:spcPct val="100000"/>
              </a:lnSpc>
              <a:spcBef>
                <a:spcPts val="0"/>
              </a:spcBef>
              <a:spcAft>
                <a:spcPts val="0"/>
              </a:spcAft>
              <a:buSzPts val="1200"/>
              <a:buNone/>
            </a:lvl5pPr>
            <a:lvl6pPr lvl="5" algn="ctr" rtl="0">
              <a:lnSpc>
                <a:spcPct val="100000"/>
              </a:lnSpc>
              <a:spcBef>
                <a:spcPts val="0"/>
              </a:spcBef>
              <a:spcAft>
                <a:spcPts val="0"/>
              </a:spcAft>
              <a:buSzPts val="1200"/>
              <a:buNone/>
            </a:lvl6pPr>
            <a:lvl7pPr lvl="6" algn="ctr" rtl="0">
              <a:lnSpc>
                <a:spcPct val="100000"/>
              </a:lnSpc>
              <a:spcBef>
                <a:spcPts val="0"/>
              </a:spcBef>
              <a:spcAft>
                <a:spcPts val="0"/>
              </a:spcAft>
              <a:buSzPts val="1200"/>
              <a:buNone/>
            </a:lvl7pPr>
            <a:lvl8pPr lvl="7" algn="ctr" rtl="0">
              <a:lnSpc>
                <a:spcPct val="100000"/>
              </a:lnSpc>
              <a:spcBef>
                <a:spcPts val="0"/>
              </a:spcBef>
              <a:spcAft>
                <a:spcPts val="0"/>
              </a:spcAft>
              <a:buSzPts val="1200"/>
              <a:buNone/>
            </a:lvl8pPr>
            <a:lvl9pPr lvl="8" algn="ctr" rtl="0">
              <a:lnSpc>
                <a:spcPct val="100000"/>
              </a:lnSpc>
              <a:spcBef>
                <a:spcPts val="0"/>
              </a:spcBef>
              <a:spcAft>
                <a:spcPts val="0"/>
              </a:spcAft>
              <a:buSzPts val="1200"/>
              <a:buNone/>
            </a:lvl9pPr>
          </a:lstStyle>
          <a:p>
            <a:endParaRPr/>
          </a:p>
        </p:txBody>
      </p:sp>
      <p:sp>
        <p:nvSpPr>
          <p:cNvPr id="1048741" name="Google Shape;157;p17"/>
          <p:cNvSpPr txBox="1">
            <a:spLocks noGrp="1"/>
          </p:cNvSpPr>
          <p:nvPr>
            <p:ph type="subTitle" idx="3"/>
          </p:nvPr>
        </p:nvSpPr>
        <p:spPr>
          <a:xfrm>
            <a:off x="5806525" y="2579825"/>
            <a:ext cx="2280600" cy="139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lvl1pPr>
            <a:lvl2pPr lvl="1" algn="ctr" rtl="0">
              <a:lnSpc>
                <a:spcPct val="100000"/>
              </a:lnSpc>
              <a:spcBef>
                <a:spcPts val="0"/>
              </a:spcBef>
              <a:spcAft>
                <a:spcPts val="0"/>
              </a:spcAft>
              <a:buSzPts val="1200"/>
              <a:buNone/>
            </a:lvl2pPr>
            <a:lvl3pPr lvl="2" algn="ctr" rtl="0">
              <a:lnSpc>
                <a:spcPct val="100000"/>
              </a:lnSpc>
              <a:spcBef>
                <a:spcPts val="0"/>
              </a:spcBef>
              <a:spcAft>
                <a:spcPts val="0"/>
              </a:spcAft>
              <a:buSzPts val="1200"/>
              <a:buNone/>
            </a:lvl3pPr>
            <a:lvl4pPr lvl="3" algn="ctr" rtl="0">
              <a:lnSpc>
                <a:spcPct val="100000"/>
              </a:lnSpc>
              <a:spcBef>
                <a:spcPts val="0"/>
              </a:spcBef>
              <a:spcAft>
                <a:spcPts val="0"/>
              </a:spcAft>
              <a:buSzPts val="1200"/>
              <a:buNone/>
            </a:lvl4pPr>
            <a:lvl5pPr lvl="4" algn="ctr" rtl="0">
              <a:lnSpc>
                <a:spcPct val="100000"/>
              </a:lnSpc>
              <a:spcBef>
                <a:spcPts val="0"/>
              </a:spcBef>
              <a:spcAft>
                <a:spcPts val="0"/>
              </a:spcAft>
              <a:buSzPts val="1200"/>
              <a:buNone/>
            </a:lvl5pPr>
            <a:lvl6pPr lvl="5" algn="ctr" rtl="0">
              <a:lnSpc>
                <a:spcPct val="100000"/>
              </a:lnSpc>
              <a:spcBef>
                <a:spcPts val="0"/>
              </a:spcBef>
              <a:spcAft>
                <a:spcPts val="0"/>
              </a:spcAft>
              <a:buSzPts val="1200"/>
              <a:buNone/>
            </a:lvl6pPr>
            <a:lvl7pPr lvl="6" algn="ctr" rtl="0">
              <a:lnSpc>
                <a:spcPct val="100000"/>
              </a:lnSpc>
              <a:spcBef>
                <a:spcPts val="0"/>
              </a:spcBef>
              <a:spcAft>
                <a:spcPts val="0"/>
              </a:spcAft>
              <a:buSzPts val="1200"/>
              <a:buNone/>
            </a:lvl7pPr>
            <a:lvl8pPr lvl="7" algn="ctr" rtl="0">
              <a:lnSpc>
                <a:spcPct val="100000"/>
              </a:lnSpc>
              <a:spcBef>
                <a:spcPts val="0"/>
              </a:spcBef>
              <a:spcAft>
                <a:spcPts val="0"/>
              </a:spcAft>
              <a:buSzPts val="1200"/>
              <a:buNone/>
            </a:lvl8pPr>
            <a:lvl9pPr lvl="8" algn="ctr" rtl="0">
              <a:lnSpc>
                <a:spcPct val="100000"/>
              </a:lnSpc>
              <a:spcBef>
                <a:spcPts val="0"/>
              </a:spcBef>
              <a:spcAft>
                <a:spcPts val="0"/>
              </a:spcAft>
              <a:buSzPts val="1200"/>
              <a:buNone/>
            </a:lvl9pPr>
          </a:lstStyle>
          <a:p>
            <a:endParaRPr/>
          </a:p>
        </p:txBody>
      </p:sp>
      <p:sp>
        <p:nvSpPr>
          <p:cNvPr id="1048742" name="Google Shape;158;p17"/>
          <p:cNvSpPr txBox="1">
            <a:spLocks noGrp="1"/>
          </p:cNvSpPr>
          <p:nvPr>
            <p:ph type="subTitle" idx="4"/>
          </p:nvPr>
        </p:nvSpPr>
        <p:spPr>
          <a:xfrm>
            <a:off x="713225" y="1959075"/>
            <a:ext cx="22806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48743" name="Google Shape;159;p17"/>
          <p:cNvSpPr txBox="1">
            <a:spLocks noGrp="1"/>
          </p:cNvSpPr>
          <p:nvPr>
            <p:ph type="subTitle" idx="5"/>
          </p:nvPr>
        </p:nvSpPr>
        <p:spPr>
          <a:xfrm>
            <a:off x="3259704" y="1959075"/>
            <a:ext cx="22806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48744" name="Google Shape;160;p17"/>
          <p:cNvSpPr txBox="1">
            <a:spLocks noGrp="1"/>
          </p:cNvSpPr>
          <p:nvPr>
            <p:ph type="subTitle" idx="6"/>
          </p:nvPr>
        </p:nvSpPr>
        <p:spPr>
          <a:xfrm>
            <a:off x="5806525" y="1959075"/>
            <a:ext cx="22806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97" name="Google Shape;161;p17"/>
          <p:cNvGrpSpPr/>
          <p:nvPr/>
        </p:nvGrpSpPr>
        <p:grpSpPr>
          <a:xfrm rot="10800000" flipH="1">
            <a:off x="5149200" y="-2223977"/>
            <a:ext cx="5313368" cy="5145951"/>
            <a:chOff x="5263075" y="2238848"/>
            <a:chExt cx="5313368" cy="5145951"/>
          </a:xfrm>
        </p:grpSpPr>
        <p:sp>
          <p:nvSpPr>
            <p:cNvPr id="1048745" name="Google Shape;162;p17"/>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46" name="Google Shape;163;p17"/>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47" name="Google Shape;164;p17"/>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8" name="Google Shape;165;p17"/>
          <p:cNvGrpSpPr/>
          <p:nvPr/>
        </p:nvGrpSpPr>
        <p:grpSpPr>
          <a:xfrm>
            <a:off x="62764" y="3946328"/>
            <a:ext cx="1850041" cy="2269907"/>
            <a:chOff x="5119300" y="3450025"/>
            <a:chExt cx="2148213" cy="2635749"/>
          </a:xfrm>
        </p:grpSpPr>
        <p:pic>
          <p:nvPicPr>
            <p:cNvPr id="2097195" name="Google Shape;166;p17"/>
            <p:cNvPicPr preferRelativeResize="0">
              <a:picLocks/>
            </p:cNvPicPr>
            <p:nvPr/>
          </p:nvPicPr>
          <p:blipFill>
            <a:blip r:embed="rId2">
              <a:alphaModFix/>
            </a:blip>
            <a:stretch>
              <a:fillRect/>
            </a:stretch>
          </p:blipFill>
          <p:spPr>
            <a:xfrm>
              <a:off x="5119300" y="3450025"/>
              <a:ext cx="1691013" cy="1693474"/>
            </a:xfrm>
            <a:prstGeom prst="rect">
              <a:avLst/>
            </a:prstGeom>
            <a:noFill/>
            <a:ln>
              <a:noFill/>
            </a:ln>
          </p:spPr>
        </p:pic>
        <p:pic>
          <p:nvPicPr>
            <p:cNvPr id="2097196" name="Google Shape;167;p17"/>
            <p:cNvPicPr preferRelativeResize="0">
              <a:picLocks/>
            </p:cNvPicPr>
            <p:nvPr/>
          </p:nvPicPr>
          <p:blipFill>
            <a:blip r:embed="rId2">
              <a:alphaModFix/>
            </a:blip>
            <a:stretch>
              <a:fillRect/>
            </a:stretch>
          </p:blipFill>
          <p:spPr>
            <a:xfrm>
              <a:off x="5576500" y="4392300"/>
              <a:ext cx="1691013" cy="1693474"/>
            </a:xfrm>
            <a:prstGeom prst="rect">
              <a:avLst/>
            </a:prstGeom>
            <a:noFill/>
            <a:ln>
              <a:noFill/>
            </a:ln>
          </p:spPr>
        </p:pic>
      </p:grpSp>
      <p:cxnSp>
        <p:nvCxnSpPr>
          <p:cNvPr id="3145733" name="Google Shape;168;p17"/>
          <p:cNvCxnSpPr>
            <a:cxnSpLocks/>
          </p:cNvCxnSpPr>
          <p:nvPr/>
        </p:nvCxnSpPr>
        <p:spPr>
          <a:xfrm>
            <a:off x="826950" y="410450"/>
            <a:ext cx="609600" cy="0"/>
          </a:xfrm>
          <a:prstGeom prst="straightConnector1">
            <a:avLst/>
          </a:prstGeom>
          <a:noFill/>
          <a:ln w="28575" cap="flat" cmpd="sng">
            <a:solidFill>
              <a:schemeClr val="dk2"/>
            </a:solidFill>
            <a:prstDash val="solid"/>
            <a:round/>
            <a:headEnd type="none" w="med" len="med"/>
            <a:tailEnd type="none" w="med" len="med"/>
          </a:ln>
        </p:spPr>
      </p:cxnSp>
      <p:pic>
        <p:nvPicPr>
          <p:cNvPr id="2097197" name="Google Shape;169;p17"/>
          <p:cNvPicPr preferRelativeResize="0">
            <a:picLocks/>
          </p:cNvPicPr>
          <p:nvPr/>
        </p:nvPicPr>
        <p:blipFill>
          <a:blip r:embed="rId3">
            <a:alphaModFix amt="21000"/>
          </a:blip>
          <a:stretch>
            <a:fillRect/>
          </a:stretch>
        </p:blipFill>
        <p:spPr>
          <a:xfrm rot="10800000" flipH="1">
            <a:off x="6043226" y="4157321"/>
            <a:ext cx="4775101" cy="2539096"/>
          </a:xfrm>
          <a:prstGeom prst="rect">
            <a:avLst/>
          </a:prstGeom>
          <a:noFill/>
          <a:ln>
            <a:noFill/>
          </a:ln>
        </p:spPr>
      </p:pic>
      <p:pic>
        <p:nvPicPr>
          <p:cNvPr id="2097198" name="Google Shape;170;p17"/>
          <p:cNvPicPr preferRelativeResize="0">
            <a:picLocks/>
          </p:cNvPicPr>
          <p:nvPr/>
        </p:nvPicPr>
        <p:blipFill>
          <a:blip r:embed="rId4">
            <a:alphaModFix amt="79000"/>
          </a:blip>
          <a:stretch>
            <a:fillRect/>
          </a:stretch>
        </p:blipFill>
        <p:spPr>
          <a:xfrm>
            <a:off x="7851750" y="3840111"/>
            <a:ext cx="2344349" cy="23462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71"/>
        <p:cNvGrpSpPr/>
        <p:nvPr/>
      </p:nvGrpSpPr>
      <p:grpSpPr>
        <a:xfrm>
          <a:off x="0" y="0"/>
          <a:ext cx="0" cy="0"/>
          <a:chOff x="0" y="0"/>
          <a:chExt cx="0" cy="0"/>
        </a:xfrm>
      </p:grpSpPr>
      <p:sp>
        <p:nvSpPr>
          <p:cNvPr id="1048761" name="Google Shape;172;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lvl1pPr>
            <a:lvl2pPr lvl="1" rtl="0">
              <a:spcBef>
                <a:spcPts val="0"/>
              </a:spcBef>
              <a:spcAft>
                <a:spcPts val="0"/>
              </a:spcAft>
              <a:buSzPts val="3000"/>
              <a:buNone/>
            </a:lvl2pPr>
            <a:lvl3pPr lvl="2" rtl="0">
              <a:spcBef>
                <a:spcPts val="0"/>
              </a:spcBef>
              <a:spcAft>
                <a:spcPts val="0"/>
              </a:spcAft>
              <a:buSzPts val="3000"/>
              <a:buNone/>
            </a:lvl3pPr>
            <a:lvl4pPr lvl="3" rtl="0">
              <a:spcBef>
                <a:spcPts val="0"/>
              </a:spcBef>
              <a:spcAft>
                <a:spcPts val="0"/>
              </a:spcAft>
              <a:buSzPts val="3000"/>
              <a:buNone/>
            </a:lvl4pPr>
            <a:lvl5pPr lvl="4" rtl="0">
              <a:spcBef>
                <a:spcPts val="0"/>
              </a:spcBef>
              <a:spcAft>
                <a:spcPts val="0"/>
              </a:spcAft>
              <a:buSzPts val="3000"/>
              <a:buNone/>
            </a:lvl5pPr>
            <a:lvl6pPr lvl="5" rtl="0">
              <a:spcBef>
                <a:spcPts val="0"/>
              </a:spcBef>
              <a:spcAft>
                <a:spcPts val="0"/>
              </a:spcAft>
              <a:buSzPts val="3000"/>
              <a:buNone/>
            </a:lvl6pPr>
            <a:lvl7pPr lvl="6" rtl="0">
              <a:spcBef>
                <a:spcPts val="0"/>
              </a:spcBef>
              <a:spcAft>
                <a:spcPts val="0"/>
              </a:spcAft>
              <a:buSzPts val="3000"/>
              <a:buNone/>
            </a:lvl7pPr>
            <a:lvl8pPr lvl="7" rtl="0">
              <a:spcBef>
                <a:spcPts val="0"/>
              </a:spcBef>
              <a:spcAft>
                <a:spcPts val="0"/>
              </a:spcAft>
              <a:buSzPts val="3000"/>
              <a:buNone/>
            </a:lvl8pPr>
            <a:lvl9pPr lvl="8" rtl="0">
              <a:spcBef>
                <a:spcPts val="0"/>
              </a:spcBef>
              <a:spcAft>
                <a:spcPts val="0"/>
              </a:spcAft>
              <a:buSzPts val="3000"/>
              <a:buNone/>
            </a:lvl9pPr>
          </a:lstStyle>
          <a:p>
            <a:endParaRPr/>
          </a:p>
        </p:txBody>
      </p:sp>
      <p:sp>
        <p:nvSpPr>
          <p:cNvPr id="1048762" name="Google Shape;173;p18"/>
          <p:cNvSpPr txBox="1">
            <a:spLocks noGrp="1"/>
          </p:cNvSpPr>
          <p:nvPr>
            <p:ph type="subTitle" idx="1"/>
          </p:nvPr>
        </p:nvSpPr>
        <p:spPr>
          <a:xfrm>
            <a:off x="720000" y="1825100"/>
            <a:ext cx="2885400" cy="87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lvl1pPr>
            <a:lvl2pPr lvl="1" algn="ctr" rtl="0">
              <a:lnSpc>
                <a:spcPct val="100000"/>
              </a:lnSpc>
              <a:spcBef>
                <a:spcPts val="0"/>
              </a:spcBef>
              <a:spcAft>
                <a:spcPts val="0"/>
              </a:spcAft>
              <a:buSzPts val="1200"/>
              <a:buNone/>
            </a:lvl2pPr>
            <a:lvl3pPr lvl="2" algn="ctr" rtl="0">
              <a:lnSpc>
                <a:spcPct val="100000"/>
              </a:lnSpc>
              <a:spcBef>
                <a:spcPts val="0"/>
              </a:spcBef>
              <a:spcAft>
                <a:spcPts val="0"/>
              </a:spcAft>
              <a:buSzPts val="1200"/>
              <a:buNone/>
            </a:lvl3pPr>
            <a:lvl4pPr lvl="3" algn="ctr" rtl="0">
              <a:lnSpc>
                <a:spcPct val="100000"/>
              </a:lnSpc>
              <a:spcBef>
                <a:spcPts val="0"/>
              </a:spcBef>
              <a:spcAft>
                <a:spcPts val="0"/>
              </a:spcAft>
              <a:buSzPts val="1200"/>
              <a:buNone/>
            </a:lvl4pPr>
            <a:lvl5pPr lvl="4" algn="ctr" rtl="0">
              <a:lnSpc>
                <a:spcPct val="100000"/>
              </a:lnSpc>
              <a:spcBef>
                <a:spcPts val="0"/>
              </a:spcBef>
              <a:spcAft>
                <a:spcPts val="0"/>
              </a:spcAft>
              <a:buSzPts val="1200"/>
              <a:buNone/>
            </a:lvl5pPr>
            <a:lvl6pPr lvl="5" algn="ctr" rtl="0">
              <a:lnSpc>
                <a:spcPct val="100000"/>
              </a:lnSpc>
              <a:spcBef>
                <a:spcPts val="0"/>
              </a:spcBef>
              <a:spcAft>
                <a:spcPts val="0"/>
              </a:spcAft>
              <a:buSzPts val="1200"/>
              <a:buNone/>
            </a:lvl6pPr>
            <a:lvl7pPr lvl="6" algn="ctr" rtl="0">
              <a:lnSpc>
                <a:spcPct val="100000"/>
              </a:lnSpc>
              <a:spcBef>
                <a:spcPts val="0"/>
              </a:spcBef>
              <a:spcAft>
                <a:spcPts val="0"/>
              </a:spcAft>
              <a:buSzPts val="1200"/>
              <a:buNone/>
            </a:lvl7pPr>
            <a:lvl8pPr lvl="7" algn="ctr" rtl="0">
              <a:lnSpc>
                <a:spcPct val="100000"/>
              </a:lnSpc>
              <a:spcBef>
                <a:spcPts val="0"/>
              </a:spcBef>
              <a:spcAft>
                <a:spcPts val="0"/>
              </a:spcAft>
              <a:buSzPts val="1200"/>
              <a:buNone/>
            </a:lvl8pPr>
            <a:lvl9pPr lvl="8" algn="ctr" rtl="0">
              <a:lnSpc>
                <a:spcPct val="100000"/>
              </a:lnSpc>
              <a:spcBef>
                <a:spcPts val="0"/>
              </a:spcBef>
              <a:spcAft>
                <a:spcPts val="0"/>
              </a:spcAft>
              <a:buSzPts val="1200"/>
              <a:buNone/>
            </a:lvl9pPr>
          </a:lstStyle>
          <a:p>
            <a:endParaRPr/>
          </a:p>
        </p:txBody>
      </p:sp>
      <p:sp>
        <p:nvSpPr>
          <p:cNvPr id="1048763" name="Google Shape;174;p18"/>
          <p:cNvSpPr txBox="1">
            <a:spLocks noGrp="1"/>
          </p:cNvSpPr>
          <p:nvPr>
            <p:ph type="subTitle" idx="2"/>
          </p:nvPr>
        </p:nvSpPr>
        <p:spPr>
          <a:xfrm>
            <a:off x="4546547" y="1825100"/>
            <a:ext cx="2885400" cy="87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lvl1pPr>
            <a:lvl2pPr lvl="1" algn="ctr" rtl="0">
              <a:lnSpc>
                <a:spcPct val="100000"/>
              </a:lnSpc>
              <a:spcBef>
                <a:spcPts val="0"/>
              </a:spcBef>
              <a:spcAft>
                <a:spcPts val="0"/>
              </a:spcAft>
              <a:buSzPts val="1200"/>
              <a:buNone/>
            </a:lvl2pPr>
            <a:lvl3pPr lvl="2" algn="ctr" rtl="0">
              <a:lnSpc>
                <a:spcPct val="100000"/>
              </a:lnSpc>
              <a:spcBef>
                <a:spcPts val="0"/>
              </a:spcBef>
              <a:spcAft>
                <a:spcPts val="0"/>
              </a:spcAft>
              <a:buSzPts val="1200"/>
              <a:buNone/>
            </a:lvl3pPr>
            <a:lvl4pPr lvl="3" algn="ctr" rtl="0">
              <a:lnSpc>
                <a:spcPct val="100000"/>
              </a:lnSpc>
              <a:spcBef>
                <a:spcPts val="0"/>
              </a:spcBef>
              <a:spcAft>
                <a:spcPts val="0"/>
              </a:spcAft>
              <a:buSzPts val="1200"/>
              <a:buNone/>
            </a:lvl4pPr>
            <a:lvl5pPr lvl="4" algn="ctr" rtl="0">
              <a:lnSpc>
                <a:spcPct val="100000"/>
              </a:lnSpc>
              <a:spcBef>
                <a:spcPts val="0"/>
              </a:spcBef>
              <a:spcAft>
                <a:spcPts val="0"/>
              </a:spcAft>
              <a:buSzPts val="1200"/>
              <a:buNone/>
            </a:lvl5pPr>
            <a:lvl6pPr lvl="5" algn="ctr" rtl="0">
              <a:lnSpc>
                <a:spcPct val="100000"/>
              </a:lnSpc>
              <a:spcBef>
                <a:spcPts val="0"/>
              </a:spcBef>
              <a:spcAft>
                <a:spcPts val="0"/>
              </a:spcAft>
              <a:buSzPts val="1200"/>
              <a:buNone/>
            </a:lvl6pPr>
            <a:lvl7pPr lvl="6" algn="ctr" rtl="0">
              <a:lnSpc>
                <a:spcPct val="100000"/>
              </a:lnSpc>
              <a:spcBef>
                <a:spcPts val="0"/>
              </a:spcBef>
              <a:spcAft>
                <a:spcPts val="0"/>
              </a:spcAft>
              <a:buSzPts val="1200"/>
              <a:buNone/>
            </a:lvl7pPr>
            <a:lvl8pPr lvl="7" algn="ctr" rtl="0">
              <a:lnSpc>
                <a:spcPct val="100000"/>
              </a:lnSpc>
              <a:spcBef>
                <a:spcPts val="0"/>
              </a:spcBef>
              <a:spcAft>
                <a:spcPts val="0"/>
              </a:spcAft>
              <a:buSzPts val="1200"/>
              <a:buNone/>
            </a:lvl8pPr>
            <a:lvl9pPr lvl="8" algn="ctr" rtl="0">
              <a:lnSpc>
                <a:spcPct val="100000"/>
              </a:lnSpc>
              <a:spcBef>
                <a:spcPts val="0"/>
              </a:spcBef>
              <a:spcAft>
                <a:spcPts val="0"/>
              </a:spcAft>
              <a:buSzPts val="1200"/>
              <a:buNone/>
            </a:lvl9pPr>
          </a:lstStyle>
          <a:p>
            <a:endParaRPr/>
          </a:p>
        </p:txBody>
      </p:sp>
      <p:sp>
        <p:nvSpPr>
          <p:cNvPr id="1048764" name="Google Shape;175;p18"/>
          <p:cNvSpPr txBox="1">
            <a:spLocks noGrp="1"/>
          </p:cNvSpPr>
          <p:nvPr>
            <p:ph type="subTitle" idx="3"/>
          </p:nvPr>
        </p:nvSpPr>
        <p:spPr>
          <a:xfrm>
            <a:off x="720000" y="3333275"/>
            <a:ext cx="2885400" cy="87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lvl1pPr>
            <a:lvl2pPr lvl="1" algn="ctr" rtl="0">
              <a:lnSpc>
                <a:spcPct val="100000"/>
              </a:lnSpc>
              <a:spcBef>
                <a:spcPts val="0"/>
              </a:spcBef>
              <a:spcAft>
                <a:spcPts val="0"/>
              </a:spcAft>
              <a:buSzPts val="1200"/>
              <a:buNone/>
            </a:lvl2pPr>
            <a:lvl3pPr lvl="2" algn="ctr" rtl="0">
              <a:lnSpc>
                <a:spcPct val="100000"/>
              </a:lnSpc>
              <a:spcBef>
                <a:spcPts val="0"/>
              </a:spcBef>
              <a:spcAft>
                <a:spcPts val="0"/>
              </a:spcAft>
              <a:buSzPts val="1200"/>
              <a:buNone/>
            </a:lvl3pPr>
            <a:lvl4pPr lvl="3" algn="ctr" rtl="0">
              <a:lnSpc>
                <a:spcPct val="100000"/>
              </a:lnSpc>
              <a:spcBef>
                <a:spcPts val="0"/>
              </a:spcBef>
              <a:spcAft>
                <a:spcPts val="0"/>
              </a:spcAft>
              <a:buSzPts val="1200"/>
              <a:buNone/>
            </a:lvl4pPr>
            <a:lvl5pPr lvl="4" algn="ctr" rtl="0">
              <a:lnSpc>
                <a:spcPct val="100000"/>
              </a:lnSpc>
              <a:spcBef>
                <a:spcPts val="0"/>
              </a:spcBef>
              <a:spcAft>
                <a:spcPts val="0"/>
              </a:spcAft>
              <a:buSzPts val="1200"/>
              <a:buNone/>
            </a:lvl5pPr>
            <a:lvl6pPr lvl="5" algn="ctr" rtl="0">
              <a:lnSpc>
                <a:spcPct val="100000"/>
              </a:lnSpc>
              <a:spcBef>
                <a:spcPts val="0"/>
              </a:spcBef>
              <a:spcAft>
                <a:spcPts val="0"/>
              </a:spcAft>
              <a:buSzPts val="1200"/>
              <a:buNone/>
            </a:lvl6pPr>
            <a:lvl7pPr lvl="6" algn="ctr" rtl="0">
              <a:lnSpc>
                <a:spcPct val="100000"/>
              </a:lnSpc>
              <a:spcBef>
                <a:spcPts val="0"/>
              </a:spcBef>
              <a:spcAft>
                <a:spcPts val="0"/>
              </a:spcAft>
              <a:buSzPts val="1200"/>
              <a:buNone/>
            </a:lvl7pPr>
            <a:lvl8pPr lvl="7" algn="ctr" rtl="0">
              <a:lnSpc>
                <a:spcPct val="100000"/>
              </a:lnSpc>
              <a:spcBef>
                <a:spcPts val="0"/>
              </a:spcBef>
              <a:spcAft>
                <a:spcPts val="0"/>
              </a:spcAft>
              <a:buSzPts val="1200"/>
              <a:buNone/>
            </a:lvl8pPr>
            <a:lvl9pPr lvl="8" algn="ctr" rtl="0">
              <a:lnSpc>
                <a:spcPct val="100000"/>
              </a:lnSpc>
              <a:spcBef>
                <a:spcPts val="0"/>
              </a:spcBef>
              <a:spcAft>
                <a:spcPts val="0"/>
              </a:spcAft>
              <a:buSzPts val="1200"/>
              <a:buNone/>
            </a:lvl9pPr>
          </a:lstStyle>
          <a:p>
            <a:endParaRPr/>
          </a:p>
        </p:txBody>
      </p:sp>
      <p:sp>
        <p:nvSpPr>
          <p:cNvPr id="1048765" name="Google Shape;176;p18"/>
          <p:cNvSpPr txBox="1">
            <a:spLocks noGrp="1"/>
          </p:cNvSpPr>
          <p:nvPr>
            <p:ph type="subTitle" idx="4"/>
          </p:nvPr>
        </p:nvSpPr>
        <p:spPr>
          <a:xfrm>
            <a:off x="4546547" y="3333275"/>
            <a:ext cx="2885400" cy="87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lvl1pPr>
            <a:lvl2pPr lvl="1" algn="ctr" rtl="0">
              <a:lnSpc>
                <a:spcPct val="100000"/>
              </a:lnSpc>
              <a:spcBef>
                <a:spcPts val="0"/>
              </a:spcBef>
              <a:spcAft>
                <a:spcPts val="0"/>
              </a:spcAft>
              <a:buSzPts val="1200"/>
              <a:buNone/>
            </a:lvl2pPr>
            <a:lvl3pPr lvl="2" algn="ctr" rtl="0">
              <a:lnSpc>
                <a:spcPct val="100000"/>
              </a:lnSpc>
              <a:spcBef>
                <a:spcPts val="0"/>
              </a:spcBef>
              <a:spcAft>
                <a:spcPts val="0"/>
              </a:spcAft>
              <a:buSzPts val="1200"/>
              <a:buNone/>
            </a:lvl3pPr>
            <a:lvl4pPr lvl="3" algn="ctr" rtl="0">
              <a:lnSpc>
                <a:spcPct val="100000"/>
              </a:lnSpc>
              <a:spcBef>
                <a:spcPts val="0"/>
              </a:spcBef>
              <a:spcAft>
                <a:spcPts val="0"/>
              </a:spcAft>
              <a:buSzPts val="1200"/>
              <a:buNone/>
            </a:lvl4pPr>
            <a:lvl5pPr lvl="4" algn="ctr" rtl="0">
              <a:lnSpc>
                <a:spcPct val="100000"/>
              </a:lnSpc>
              <a:spcBef>
                <a:spcPts val="0"/>
              </a:spcBef>
              <a:spcAft>
                <a:spcPts val="0"/>
              </a:spcAft>
              <a:buSzPts val="1200"/>
              <a:buNone/>
            </a:lvl5pPr>
            <a:lvl6pPr lvl="5" algn="ctr" rtl="0">
              <a:lnSpc>
                <a:spcPct val="100000"/>
              </a:lnSpc>
              <a:spcBef>
                <a:spcPts val="0"/>
              </a:spcBef>
              <a:spcAft>
                <a:spcPts val="0"/>
              </a:spcAft>
              <a:buSzPts val="1200"/>
              <a:buNone/>
            </a:lvl6pPr>
            <a:lvl7pPr lvl="6" algn="ctr" rtl="0">
              <a:lnSpc>
                <a:spcPct val="100000"/>
              </a:lnSpc>
              <a:spcBef>
                <a:spcPts val="0"/>
              </a:spcBef>
              <a:spcAft>
                <a:spcPts val="0"/>
              </a:spcAft>
              <a:buSzPts val="1200"/>
              <a:buNone/>
            </a:lvl7pPr>
            <a:lvl8pPr lvl="7" algn="ctr" rtl="0">
              <a:lnSpc>
                <a:spcPct val="100000"/>
              </a:lnSpc>
              <a:spcBef>
                <a:spcPts val="0"/>
              </a:spcBef>
              <a:spcAft>
                <a:spcPts val="0"/>
              </a:spcAft>
              <a:buSzPts val="1200"/>
              <a:buNone/>
            </a:lvl8pPr>
            <a:lvl9pPr lvl="8" algn="ctr" rtl="0">
              <a:lnSpc>
                <a:spcPct val="100000"/>
              </a:lnSpc>
              <a:spcBef>
                <a:spcPts val="0"/>
              </a:spcBef>
              <a:spcAft>
                <a:spcPts val="0"/>
              </a:spcAft>
              <a:buSzPts val="1200"/>
              <a:buNone/>
            </a:lvl9pPr>
          </a:lstStyle>
          <a:p>
            <a:endParaRPr/>
          </a:p>
        </p:txBody>
      </p:sp>
      <p:sp>
        <p:nvSpPr>
          <p:cNvPr id="1048766" name="Google Shape;177;p18"/>
          <p:cNvSpPr txBox="1">
            <a:spLocks noGrp="1"/>
          </p:cNvSpPr>
          <p:nvPr>
            <p:ph type="subTitle" idx="5"/>
          </p:nvPr>
        </p:nvSpPr>
        <p:spPr>
          <a:xfrm>
            <a:off x="720000" y="1455550"/>
            <a:ext cx="28854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48767" name="Google Shape;178;p18"/>
          <p:cNvSpPr txBox="1">
            <a:spLocks noGrp="1"/>
          </p:cNvSpPr>
          <p:nvPr>
            <p:ph type="subTitle" idx="6"/>
          </p:nvPr>
        </p:nvSpPr>
        <p:spPr>
          <a:xfrm>
            <a:off x="720000" y="2963800"/>
            <a:ext cx="28854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48768" name="Google Shape;179;p18"/>
          <p:cNvSpPr txBox="1">
            <a:spLocks noGrp="1"/>
          </p:cNvSpPr>
          <p:nvPr>
            <p:ph type="subTitle" idx="7"/>
          </p:nvPr>
        </p:nvSpPr>
        <p:spPr>
          <a:xfrm>
            <a:off x="4546525" y="1455550"/>
            <a:ext cx="28854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48769" name="Google Shape;180;p18"/>
          <p:cNvSpPr txBox="1">
            <a:spLocks noGrp="1"/>
          </p:cNvSpPr>
          <p:nvPr>
            <p:ph type="subTitle" idx="8"/>
          </p:nvPr>
        </p:nvSpPr>
        <p:spPr>
          <a:xfrm>
            <a:off x="4546525" y="2963800"/>
            <a:ext cx="28854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111" name="Google Shape;181;p18"/>
          <p:cNvGrpSpPr/>
          <p:nvPr/>
        </p:nvGrpSpPr>
        <p:grpSpPr>
          <a:xfrm>
            <a:off x="-937361" y="3117653"/>
            <a:ext cx="1850041" cy="2269907"/>
            <a:chOff x="5119300" y="3450025"/>
            <a:chExt cx="2148213" cy="2635749"/>
          </a:xfrm>
        </p:grpSpPr>
        <p:pic>
          <p:nvPicPr>
            <p:cNvPr id="2097211" name="Google Shape;182;p18"/>
            <p:cNvPicPr preferRelativeResize="0">
              <a:picLocks/>
            </p:cNvPicPr>
            <p:nvPr/>
          </p:nvPicPr>
          <p:blipFill>
            <a:blip r:embed="rId2">
              <a:alphaModFix/>
            </a:blip>
            <a:stretch>
              <a:fillRect/>
            </a:stretch>
          </p:blipFill>
          <p:spPr>
            <a:xfrm>
              <a:off x="5119300" y="3450025"/>
              <a:ext cx="1691013" cy="1693474"/>
            </a:xfrm>
            <a:prstGeom prst="rect">
              <a:avLst/>
            </a:prstGeom>
            <a:noFill/>
            <a:ln>
              <a:noFill/>
            </a:ln>
          </p:spPr>
        </p:pic>
        <p:pic>
          <p:nvPicPr>
            <p:cNvPr id="2097212" name="Google Shape;183;p18"/>
            <p:cNvPicPr preferRelativeResize="0">
              <a:picLocks/>
            </p:cNvPicPr>
            <p:nvPr/>
          </p:nvPicPr>
          <p:blipFill>
            <a:blip r:embed="rId2">
              <a:alphaModFix/>
            </a:blip>
            <a:stretch>
              <a:fillRect/>
            </a:stretch>
          </p:blipFill>
          <p:spPr>
            <a:xfrm>
              <a:off x="5576500" y="4392300"/>
              <a:ext cx="1691013" cy="1693474"/>
            </a:xfrm>
            <a:prstGeom prst="rect">
              <a:avLst/>
            </a:prstGeom>
            <a:noFill/>
            <a:ln>
              <a:noFill/>
            </a:ln>
          </p:spPr>
        </p:pic>
      </p:grpSp>
      <p:grpSp>
        <p:nvGrpSpPr>
          <p:cNvPr id="112" name="Google Shape;184;p18"/>
          <p:cNvGrpSpPr/>
          <p:nvPr/>
        </p:nvGrpSpPr>
        <p:grpSpPr>
          <a:xfrm>
            <a:off x="5930250" y="1760273"/>
            <a:ext cx="5313368" cy="5145951"/>
            <a:chOff x="5263075" y="2238848"/>
            <a:chExt cx="5313368" cy="5145951"/>
          </a:xfrm>
        </p:grpSpPr>
        <p:sp>
          <p:nvSpPr>
            <p:cNvPr id="1048770" name="Google Shape;185;p18"/>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71" name="Google Shape;186;p18"/>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72" name="Google Shape;187;p18"/>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cxnSp>
        <p:nvCxnSpPr>
          <p:cNvPr id="3145735" name="Google Shape;188;p18"/>
          <p:cNvCxnSpPr>
            <a:cxnSpLocks/>
          </p:cNvCxnSpPr>
          <p:nvPr/>
        </p:nvCxnSpPr>
        <p:spPr>
          <a:xfrm>
            <a:off x="826950" y="410450"/>
            <a:ext cx="609600" cy="0"/>
          </a:xfrm>
          <a:prstGeom prst="straightConnector1">
            <a:avLst/>
          </a:prstGeom>
          <a:noFill/>
          <a:ln w="28575" cap="flat" cmpd="sng">
            <a:solidFill>
              <a:schemeClr val="dk2"/>
            </a:solidFill>
            <a:prstDash val="solid"/>
            <a:round/>
            <a:headEnd type="none" w="med" len="med"/>
            <a:tailEnd type="none" w="med" len="med"/>
          </a:ln>
        </p:spPr>
      </p:cxnSp>
      <p:pic>
        <p:nvPicPr>
          <p:cNvPr id="2097213" name="Google Shape;189;p18"/>
          <p:cNvPicPr preferRelativeResize="0">
            <a:picLocks/>
          </p:cNvPicPr>
          <p:nvPr/>
        </p:nvPicPr>
        <p:blipFill>
          <a:blip r:embed="rId3">
            <a:alphaModFix amt="79000"/>
          </a:blip>
          <a:stretch>
            <a:fillRect/>
          </a:stretch>
        </p:blipFill>
        <p:spPr>
          <a:xfrm>
            <a:off x="7739450" y="-1318753"/>
            <a:ext cx="2344349" cy="2346255"/>
          </a:xfrm>
          <a:prstGeom prst="rect">
            <a:avLst/>
          </a:prstGeom>
          <a:noFill/>
          <a:ln>
            <a:noFill/>
          </a:ln>
        </p:spPr>
      </p:pic>
      <p:pic>
        <p:nvPicPr>
          <p:cNvPr id="2097214" name="Google Shape;190;p18"/>
          <p:cNvPicPr preferRelativeResize="0">
            <a:picLocks/>
          </p:cNvPicPr>
          <p:nvPr/>
        </p:nvPicPr>
        <p:blipFill>
          <a:blip r:embed="rId4">
            <a:alphaModFix amt="21000"/>
          </a:blip>
          <a:stretch>
            <a:fillRect/>
          </a:stretch>
        </p:blipFill>
        <p:spPr>
          <a:xfrm>
            <a:off x="5854726" y="-1371604"/>
            <a:ext cx="4775101" cy="253909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212"/>
        <p:cNvGrpSpPr/>
        <p:nvPr/>
      </p:nvGrpSpPr>
      <p:grpSpPr>
        <a:xfrm>
          <a:off x="0" y="0"/>
          <a:ext cx="0" cy="0"/>
          <a:chOff x="0" y="0"/>
          <a:chExt cx="0" cy="0"/>
        </a:xfrm>
      </p:grpSpPr>
      <p:sp>
        <p:nvSpPr>
          <p:cNvPr id="1048734" name="Google Shape;213;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lvl1pPr>
            <a:lvl2pPr lvl="1" rtl="0">
              <a:spcBef>
                <a:spcPts val="0"/>
              </a:spcBef>
              <a:spcAft>
                <a:spcPts val="0"/>
              </a:spcAft>
              <a:buSzPts val="3000"/>
              <a:buNone/>
            </a:lvl2pPr>
            <a:lvl3pPr lvl="2" rtl="0">
              <a:spcBef>
                <a:spcPts val="0"/>
              </a:spcBef>
              <a:spcAft>
                <a:spcPts val="0"/>
              </a:spcAft>
              <a:buSzPts val="3000"/>
              <a:buNone/>
            </a:lvl3pPr>
            <a:lvl4pPr lvl="3" rtl="0">
              <a:spcBef>
                <a:spcPts val="0"/>
              </a:spcBef>
              <a:spcAft>
                <a:spcPts val="0"/>
              </a:spcAft>
              <a:buSzPts val="3000"/>
              <a:buNone/>
            </a:lvl4pPr>
            <a:lvl5pPr lvl="4" rtl="0">
              <a:spcBef>
                <a:spcPts val="0"/>
              </a:spcBef>
              <a:spcAft>
                <a:spcPts val="0"/>
              </a:spcAft>
              <a:buSzPts val="3000"/>
              <a:buNone/>
            </a:lvl5pPr>
            <a:lvl6pPr lvl="5" rtl="0">
              <a:spcBef>
                <a:spcPts val="0"/>
              </a:spcBef>
              <a:spcAft>
                <a:spcPts val="0"/>
              </a:spcAft>
              <a:buSzPts val="3000"/>
              <a:buNone/>
            </a:lvl6pPr>
            <a:lvl7pPr lvl="6" rtl="0">
              <a:spcBef>
                <a:spcPts val="0"/>
              </a:spcBef>
              <a:spcAft>
                <a:spcPts val="0"/>
              </a:spcAft>
              <a:buSzPts val="3000"/>
              <a:buNone/>
            </a:lvl7pPr>
            <a:lvl8pPr lvl="7" rtl="0">
              <a:spcBef>
                <a:spcPts val="0"/>
              </a:spcBef>
              <a:spcAft>
                <a:spcPts val="0"/>
              </a:spcAft>
              <a:buSzPts val="3000"/>
              <a:buNone/>
            </a:lvl8pPr>
            <a:lvl9pPr lvl="8" rtl="0">
              <a:spcBef>
                <a:spcPts val="0"/>
              </a:spcBef>
              <a:spcAft>
                <a:spcPts val="0"/>
              </a:spcAft>
              <a:buSzPts val="3000"/>
              <a:buNone/>
            </a:lvl9pPr>
          </a:lstStyle>
          <a:p>
            <a:endParaRPr/>
          </a:p>
        </p:txBody>
      </p:sp>
      <p:cxnSp>
        <p:nvCxnSpPr>
          <p:cNvPr id="3145732" name="Google Shape;214;p20"/>
          <p:cNvCxnSpPr>
            <a:cxnSpLocks/>
          </p:cNvCxnSpPr>
          <p:nvPr/>
        </p:nvCxnSpPr>
        <p:spPr>
          <a:xfrm>
            <a:off x="826950" y="410450"/>
            <a:ext cx="609600" cy="0"/>
          </a:xfrm>
          <a:prstGeom prst="straightConnector1">
            <a:avLst/>
          </a:prstGeom>
          <a:noFill/>
          <a:ln w="28575" cap="flat" cmpd="sng">
            <a:solidFill>
              <a:schemeClr val="dk2"/>
            </a:solidFill>
            <a:prstDash val="solid"/>
            <a:round/>
            <a:headEnd type="none" w="med" len="med"/>
            <a:tailEnd type="none" w="med" len="med"/>
          </a:ln>
        </p:spPr>
      </p:cxnSp>
      <p:grpSp>
        <p:nvGrpSpPr>
          <p:cNvPr id="94" name="Google Shape;215;p20"/>
          <p:cNvGrpSpPr/>
          <p:nvPr/>
        </p:nvGrpSpPr>
        <p:grpSpPr>
          <a:xfrm>
            <a:off x="6384557" y="2190715"/>
            <a:ext cx="4554088" cy="4410594"/>
            <a:chOff x="5263075" y="2238848"/>
            <a:chExt cx="5313368" cy="5145951"/>
          </a:xfrm>
        </p:grpSpPr>
        <p:sp>
          <p:nvSpPr>
            <p:cNvPr id="1048735" name="Google Shape;216;p20"/>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36" name="Google Shape;217;p20"/>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37" name="Google Shape;218;p20"/>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5" name="Google Shape;219;p20"/>
          <p:cNvGrpSpPr/>
          <p:nvPr/>
        </p:nvGrpSpPr>
        <p:grpSpPr>
          <a:xfrm>
            <a:off x="-937361" y="3117653"/>
            <a:ext cx="1850041" cy="2269907"/>
            <a:chOff x="5119300" y="3450025"/>
            <a:chExt cx="2148213" cy="2635749"/>
          </a:xfrm>
        </p:grpSpPr>
        <p:pic>
          <p:nvPicPr>
            <p:cNvPr id="2097192" name="Google Shape;220;p20"/>
            <p:cNvPicPr preferRelativeResize="0">
              <a:picLocks/>
            </p:cNvPicPr>
            <p:nvPr/>
          </p:nvPicPr>
          <p:blipFill>
            <a:blip r:embed="rId2">
              <a:alphaModFix/>
            </a:blip>
            <a:stretch>
              <a:fillRect/>
            </a:stretch>
          </p:blipFill>
          <p:spPr>
            <a:xfrm>
              <a:off x="5119300" y="3450025"/>
              <a:ext cx="1691013" cy="1693474"/>
            </a:xfrm>
            <a:prstGeom prst="rect">
              <a:avLst/>
            </a:prstGeom>
            <a:noFill/>
            <a:ln>
              <a:noFill/>
            </a:ln>
          </p:spPr>
        </p:pic>
        <p:pic>
          <p:nvPicPr>
            <p:cNvPr id="2097193" name="Google Shape;221;p20"/>
            <p:cNvPicPr preferRelativeResize="0">
              <a:picLocks/>
            </p:cNvPicPr>
            <p:nvPr/>
          </p:nvPicPr>
          <p:blipFill>
            <a:blip r:embed="rId2">
              <a:alphaModFix/>
            </a:blip>
            <a:stretch>
              <a:fillRect/>
            </a:stretch>
          </p:blipFill>
          <p:spPr>
            <a:xfrm>
              <a:off x="5576500" y="4392300"/>
              <a:ext cx="1691013" cy="1693474"/>
            </a:xfrm>
            <a:prstGeom prst="rect">
              <a:avLst/>
            </a:prstGeom>
            <a:noFill/>
            <a:ln>
              <a:noFill/>
            </a:ln>
          </p:spPr>
        </p:pic>
      </p:grpSp>
      <p:pic>
        <p:nvPicPr>
          <p:cNvPr id="2097194" name="Google Shape;222;p20"/>
          <p:cNvPicPr preferRelativeResize="0">
            <a:picLocks/>
          </p:cNvPicPr>
          <p:nvPr/>
        </p:nvPicPr>
        <p:blipFill>
          <a:blip r:embed="rId3">
            <a:alphaModFix amt="21000"/>
          </a:blip>
          <a:stretch>
            <a:fillRect/>
          </a:stretch>
        </p:blipFill>
        <p:spPr>
          <a:xfrm>
            <a:off x="5854726" y="-1371604"/>
            <a:ext cx="4775101" cy="253909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7"/>
        <p:cNvGrpSpPr/>
        <p:nvPr/>
      </p:nvGrpSpPr>
      <p:grpSpPr>
        <a:xfrm>
          <a:off x="0" y="0"/>
          <a:ext cx="0" cy="0"/>
          <a:chOff x="0" y="0"/>
          <a:chExt cx="0" cy="0"/>
        </a:xfrm>
      </p:grpSpPr>
      <p:grpSp>
        <p:nvGrpSpPr>
          <p:cNvPr id="118" name="Google Shape;228;p22"/>
          <p:cNvGrpSpPr/>
          <p:nvPr/>
        </p:nvGrpSpPr>
        <p:grpSpPr>
          <a:xfrm rot="10800000" flipH="1">
            <a:off x="4920600" y="-1385777"/>
            <a:ext cx="5313368" cy="5145951"/>
            <a:chOff x="5263075" y="2238848"/>
            <a:chExt cx="5313368" cy="5145951"/>
          </a:xfrm>
        </p:grpSpPr>
        <p:sp>
          <p:nvSpPr>
            <p:cNvPr id="1048781" name="Google Shape;229;p22"/>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82" name="Google Shape;230;p22"/>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83" name="Google Shape;231;p22"/>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9" name="Google Shape;232;p22"/>
          <p:cNvGrpSpPr/>
          <p:nvPr/>
        </p:nvGrpSpPr>
        <p:grpSpPr>
          <a:xfrm>
            <a:off x="-360073" y="3617453"/>
            <a:ext cx="1850041" cy="2269907"/>
            <a:chOff x="5119300" y="3450025"/>
            <a:chExt cx="2148213" cy="2635749"/>
          </a:xfrm>
        </p:grpSpPr>
        <p:pic>
          <p:nvPicPr>
            <p:cNvPr id="2097219" name="Google Shape;233;p22"/>
            <p:cNvPicPr preferRelativeResize="0">
              <a:picLocks/>
            </p:cNvPicPr>
            <p:nvPr/>
          </p:nvPicPr>
          <p:blipFill>
            <a:blip r:embed="rId2">
              <a:alphaModFix/>
            </a:blip>
            <a:stretch>
              <a:fillRect/>
            </a:stretch>
          </p:blipFill>
          <p:spPr>
            <a:xfrm>
              <a:off x="5119300" y="3450025"/>
              <a:ext cx="1691013" cy="1693474"/>
            </a:xfrm>
            <a:prstGeom prst="rect">
              <a:avLst/>
            </a:prstGeom>
            <a:noFill/>
            <a:ln>
              <a:noFill/>
            </a:ln>
          </p:spPr>
        </p:pic>
        <p:pic>
          <p:nvPicPr>
            <p:cNvPr id="2097220" name="Google Shape;234;p22"/>
            <p:cNvPicPr preferRelativeResize="0">
              <a:picLocks/>
            </p:cNvPicPr>
            <p:nvPr/>
          </p:nvPicPr>
          <p:blipFill>
            <a:blip r:embed="rId2">
              <a:alphaModFix/>
            </a:blip>
            <a:stretch>
              <a:fillRect/>
            </a:stretch>
          </p:blipFill>
          <p:spPr>
            <a:xfrm>
              <a:off x="5576500" y="4392300"/>
              <a:ext cx="1691013" cy="1693474"/>
            </a:xfrm>
            <a:prstGeom prst="rect">
              <a:avLst/>
            </a:prstGeom>
            <a:noFill/>
            <a:ln>
              <a:noFill/>
            </a:ln>
          </p:spPr>
        </p:pic>
      </p:grpSp>
      <p:grpSp>
        <p:nvGrpSpPr>
          <p:cNvPr id="120" name="Google Shape;235;p22"/>
          <p:cNvGrpSpPr/>
          <p:nvPr/>
        </p:nvGrpSpPr>
        <p:grpSpPr>
          <a:xfrm>
            <a:off x="7270851" y="4026546"/>
            <a:ext cx="4775101" cy="2539096"/>
            <a:chOff x="6835801" y="3991421"/>
            <a:chExt cx="4775101" cy="2539096"/>
          </a:xfrm>
        </p:grpSpPr>
        <p:pic>
          <p:nvPicPr>
            <p:cNvPr id="2097221" name="Google Shape;236;p22"/>
            <p:cNvPicPr preferRelativeResize="0">
              <a:picLocks/>
            </p:cNvPicPr>
            <p:nvPr/>
          </p:nvPicPr>
          <p:blipFill>
            <a:blip r:embed="rId3">
              <a:alphaModFix amt="21000"/>
            </a:blip>
            <a:stretch>
              <a:fillRect/>
            </a:stretch>
          </p:blipFill>
          <p:spPr>
            <a:xfrm rot="10800000" flipH="1">
              <a:off x="6835801" y="3991421"/>
              <a:ext cx="4775101" cy="2539096"/>
            </a:xfrm>
            <a:prstGeom prst="rect">
              <a:avLst/>
            </a:prstGeom>
            <a:noFill/>
            <a:ln>
              <a:noFill/>
            </a:ln>
          </p:spPr>
        </p:pic>
        <p:pic>
          <p:nvPicPr>
            <p:cNvPr id="2097222" name="Google Shape;237;p22"/>
            <p:cNvPicPr preferRelativeResize="0">
              <a:picLocks/>
            </p:cNvPicPr>
            <p:nvPr/>
          </p:nvPicPr>
          <p:blipFill>
            <a:blip r:embed="rId4">
              <a:alphaModFix amt="79000"/>
            </a:blip>
            <a:stretch>
              <a:fillRect/>
            </a:stretch>
          </p:blipFill>
          <p:spPr>
            <a:xfrm>
              <a:off x="7501325" y="4109461"/>
              <a:ext cx="2344349" cy="2346255"/>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38"/>
        <p:cNvGrpSpPr/>
        <p:nvPr/>
      </p:nvGrpSpPr>
      <p:grpSpPr>
        <a:xfrm>
          <a:off x="0" y="0"/>
          <a:ext cx="0" cy="0"/>
          <a:chOff x="0" y="0"/>
          <a:chExt cx="0" cy="0"/>
        </a:xfrm>
      </p:grpSpPr>
      <p:grpSp>
        <p:nvGrpSpPr>
          <p:cNvPr id="101" name="Google Shape;239;p23"/>
          <p:cNvGrpSpPr/>
          <p:nvPr/>
        </p:nvGrpSpPr>
        <p:grpSpPr>
          <a:xfrm>
            <a:off x="-970487" y="-1187950"/>
            <a:ext cx="2148213" cy="2635749"/>
            <a:chOff x="5119300" y="3450025"/>
            <a:chExt cx="2148213" cy="2635749"/>
          </a:xfrm>
        </p:grpSpPr>
        <p:pic>
          <p:nvPicPr>
            <p:cNvPr id="2097199" name="Google Shape;240;p23"/>
            <p:cNvPicPr preferRelativeResize="0">
              <a:picLocks/>
            </p:cNvPicPr>
            <p:nvPr/>
          </p:nvPicPr>
          <p:blipFill>
            <a:blip r:embed="rId2">
              <a:alphaModFix/>
            </a:blip>
            <a:stretch>
              <a:fillRect/>
            </a:stretch>
          </p:blipFill>
          <p:spPr>
            <a:xfrm>
              <a:off x="5119300" y="3450025"/>
              <a:ext cx="1691013" cy="1693474"/>
            </a:xfrm>
            <a:prstGeom prst="rect">
              <a:avLst/>
            </a:prstGeom>
            <a:noFill/>
            <a:ln>
              <a:noFill/>
            </a:ln>
          </p:spPr>
        </p:pic>
        <p:pic>
          <p:nvPicPr>
            <p:cNvPr id="2097200" name="Google Shape;241;p23"/>
            <p:cNvPicPr preferRelativeResize="0">
              <a:picLocks/>
            </p:cNvPicPr>
            <p:nvPr/>
          </p:nvPicPr>
          <p:blipFill>
            <a:blip r:embed="rId2">
              <a:alphaModFix/>
            </a:blip>
            <a:stretch>
              <a:fillRect/>
            </a:stretch>
          </p:blipFill>
          <p:spPr>
            <a:xfrm>
              <a:off x="5576500" y="4392300"/>
              <a:ext cx="1691013" cy="1693474"/>
            </a:xfrm>
            <a:prstGeom prst="rect">
              <a:avLst/>
            </a:prstGeom>
            <a:noFill/>
            <a:ln>
              <a:noFill/>
            </a:ln>
          </p:spPr>
        </p:pic>
      </p:grpSp>
      <p:pic>
        <p:nvPicPr>
          <p:cNvPr id="2097201" name="Google Shape;242;p23"/>
          <p:cNvPicPr preferRelativeResize="0">
            <a:picLocks/>
          </p:cNvPicPr>
          <p:nvPr/>
        </p:nvPicPr>
        <p:blipFill rotWithShape="1">
          <a:blip r:embed="rId3">
            <a:alphaModFix amt="21000"/>
          </a:blip>
          <a:srcRect l="55931"/>
          <a:stretch>
            <a:fillRect/>
          </a:stretch>
        </p:blipFill>
        <p:spPr>
          <a:xfrm>
            <a:off x="-40749" y="-63300"/>
            <a:ext cx="2104300" cy="2539099"/>
          </a:xfrm>
          <a:prstGeom prst="rect">
            <a:avLst/>
          </a:prstGeom>
          <a:noFill/>
          <a:ln>
            <a:noFill/>
          </a:ln>
        </p:spPr>
      </p:pic>
      <p:grpSp>
        <p:nvGrpSpPr>
          <p:cNvPr id="102" name="Google Shape;243;p23"/>
          <p:cNvGrpSpPr/>
          <p:nvPr/>
        </p:nvGrpSpPr>
        <p:grpSpPr>
          <a:xfrm>
            <a:off x="-1672050" y="720473"/>
            <a:ext cx="5313368" cy="5145951"/>
            <a:chOff x="-1900650" y="720473"/>
            <a:chExt cx="5313368" cy="5145951"/>
          </a:xfrm>
        </p:grpSpPr>
        <p:sp>
          <p:nvSpPr>
            <p:cNvPr id="1048750" name="Google Shape;244;p23"/>
            <p:cNvSpPr/>
            <p:nvPr/>
          </p:nvSpPr>
          <p:spPr>
            <a:xfrm flipH="1">
              <a:off x="-1591278" y="720473"/>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51" name="Google Shape;245;p23"/>
            <p:cNvSpPr/>
            <p:nvPr/>
          </p:nvSpPr>
          <p:spPr>
            <a:xfrm flipH="1">
              <a:off x="-1633468" y="1032494"/>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752" name="Google Shape;246;p23"/>
            <p:cNvSpPr/>
            <p:nvPr/>
          </p:nvSpPr>
          <p:spPr>
            <a:xfrm flipH="1">
              <a:off x="-1900650" y="720475"/>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097202" name="Google Shape;247;p23"/>
          <p:cNvPicPr preferRelativeResize="0">
            <a:picLocks/>
          </p:cNvPicPr>
          <p:nvPr/>
        </p:nvPicPr>
        <p:blipFill>
          <a:blip r:embed="rId4">
            <a:alphaModFix amt="79000"/>
          </a:blip>
          <a:stretch>
            <a:fillRect/>
          </a:stretch>
        </p:blipFill>
        <p:spPr>
          <a:xfrm>
            <a:off x="-551550" y="-574739"/>
            <a:ext cx="2344349" cy="234625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1048729" name="Titre 1"/>
          <p:cNvSpPr>
            <a:spLocks noGrp="1"/>
          </p:cNvSpPr>
          <p:nvPr>
            <p:ph type="ctrTitle"/>
          </p:nvPr>
        </p:nvSpPr>
        <p:spPr>
          <a:xfrm>
            <a:off x="1143000" y="841375"/>
            <a:ext cx="6858000" cy="1790700"/>
          </a:xfrm>
        </p:spPr>
        <p:txBody>
          <a:bodyPr anchor="b"/>
          <a:lstStyle>
            <a:lvl1pPr algn="ctr">
              <a:defRPr sz="6000"/>
            </a:lvl1pPr>
          </a:lstStyle>
          <a:p>
            <a:r>
              <a:rPr lang="fr-FR"/>
              <a:t>Modifiez le style du titre</a:t>
            </a:r>
          </a:p>
        </p:txBody>
      </p:sp>
      <p:sp>
        <p:nvSpPr>
          <p:cNvPr id="1048730" name="Sous-titr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1048731" name="Espace réservé de la date 3"/>
          <p:cNvSpPr>
            <a:spLocks noGrp="1"/>
          </p:cNvSpPr>
          <p:nvPr>
            <p:ph type="dt" sz="half" idx="10"/>
          </p:nvPr>
        </p:nvSpPr>
        <p:spPr/>
        <p:txBody>
          <a:bodyPr/>
          <a:lstStyle/>
          <a:p>
            <a:endParaRPr lang="fr-FR"/>
          </a:p>
        </p:txBody>
      </p:sp>
      <p:sp>
        <p:nvSpPr>
          <p:cNvPr id="1048732" name="Espace réservé du pied de page 4"/>
          <p:cNvSpPr>
            <a:spLocks noGrp="1"/>
          </p:cNvSpPr>
          <p:nvPr>
            <p:ph type="ftr" sz="quarter" idx="11"/>
          </p:nvPr>
        </p:nvSpPr>
        <p:spPr/>
        <p:txBody>
          <a:bodyPr/>
          <a:lstStyle/>
          <a:p>
            <a:endParaRPr lang="fr-FR"/>
          </a:p>
        </p:txBody>
      </p:sp>
      <p:sp>
        <p:nvSpPr>
          <p:cNvPr id="1048733" name="Espace réservé du numéro de diapositive 5"/>
          <p:cNvSpPr>
            <a:spLocks noGrp="1"/>
          </p:cNvSpPr>
          <p:nvPr>
            <p:ph type="sldNum" sz="quarter" idx="12"/>
          </p:nvPr>
        </p:nvSpPr>
        <p:spPr/>
        <p:txBody>
          <a:bodyPr/>
          <a:lstStyle/>
          <a:p>
            <a:fld id="{314A4E4E-8CEE-4300-90E9-71226AEB968D}" type="slidenum">
              <a:rPr lang="fr-FR" smtClean="0"/>
              <a:t>‹N°›</a:t>
            </a:fld>
            <a:endParaRPr lang="fr-F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1048724" name="Titre 1"/>
          <p:cNvSpPr>
            <a:spLocks noGrp="1"/>
          </p:cNvSpPr>
          <p:nvPr>
            <p:ph type="title"/>
          </p:nvPr>
        </p:nvSpPr>
        <p:spPr/>
        <p:txBody>
          <a:bodyPr/>
          <a:lstStyle/>
          <a:p>
            <a:r>
              <a:rPr lang="fr-FR"/>
              <a:t>Modifiez le style du titre</a:t>
            </a:r>
          </a:p>
        </p:txBody>
      </p:sp>
      <p:sp>
        <p:nvSpPr>
          <p:cNvPr id="1048725"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726" name="Espace réservé de la date 3"/>
          <p:cNvSpPr>
            <a:spLocks noGrp="1"/>
          </p:cNvSpPr>
          <p:nvPr>
            <p:ph type="dt" sz="half" idx="10"/>
          </p:nvPr>
        </p:nvSpPr>
        <p:spPr/>
        <p:txBody>
          <a:bodyPr/>
          <a:lstStyle/>
          <a:p>
            <a:endParaRPr lang="fr-FR"/>
          </a:p>
        </p:txBody>
      </p:sp>
      <p:sp>
        <p:nvSpPr>
          <p:cNvPr id="1048727" name="Espace réservé du pied de page 4"/>
          <p:cNvSpPr>
            <a:spLocks noGrp="1"/>
          </p:cNvSpPr>
          <p:nvPr>
            <p:ph type="ftr" sz="quarter" idx="11"/>
          </p:nvPr>
        </p:nvSpPr>
        <p:spPr/>
        <p:txBody>
          <a:bodyPr/>
          <a:lstStyle/>
          <a:p>
            <a:endParaRPr lang="fr-FR"/>
          </a:p>
        </p:txBody>
      </p:sp>
      <p:sp>
        <p:nvSpPr>
          <p:cNvPr id="1048728" name="Espace réservé du numéro de diapositive 5"/>
          <p:cNvSpPr>
            <a:spLocks noGrp="1"/>
          </p:cNvSpPr>
          <p:nvPr>
            <p:ph type="sldNum" sz="quarter" idx="12"/>
          </p:nvPr>
        </p:nvSpPr>
        <p:spPr/>
        <p:txBody>
          <a:bodyPr/>
          <a:lstStyle/>
          <a:p>
            <a:fld id="{314A4E4E-8CEE-4300-90E9-71226AEB968D}" type="slidenum">
              <a:rPr lang="fr-FR" smtClean="0"/>
              <a:t>‹N°›</a:t>
            </a:fld>
            <a:endParaRPr lang="fr-F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1048676" name="Titre 1"/>
          <p:cNvSpPr>
            <a:spLocks noGrp="1"/>
          </p:cNvSpPr>
          <p:nvPr>
            <p:ph type="title"/>
          </p:nvPr>
        </p:nvSpPr>
        <p:spPr>
          <a:xfrm>
            <a:off x="623888" y="1282700"/>
            <a:ext cx="7886700" cy="2139950"/>
          </a:xfrm>
        </p:spPr>
        <p:txBody>
          <a:bodyPr anchor="b"/>
          <a:lstStyle>
            <a:lvl1pPr>
              <a:defRPr sz="6000"/>
            </a:lvl1pPr>
          </a:lstStyle>
          <a:p>
            <a:r>
              <a:rPr lang="fr-FR"/>
              <a:t>Modifiez le style du titre</a:t>
            </a:r>
          </a:p>
        </p:txBody>
      </p:sp>
      <p:sp>
        <p:nvSpPr>
          <p:cNvPr id="1048677" name="Espace réservé du texte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1048678" name="Espace réservé de la date 3"/>
          <p:cNvSpPr>
            <a:spLocks noGrp="1"/>
          </p:cNvSpPr>
          <p:nvPr>
            <p:ph type="dt" sz="half" idx="10"/>
          </p:nvPr>
        </p:nvSpPr>
        <p:spPr/>
        <p:txBody>
          <a:bodyPr/>
          <a:lstStyle/>
          <a:p>
            <a:endParaRPr lang="fr-FR"/>
          </a:p>
        </p:txBody>
      </p:sp>
      <p:sp>
        <p:nvSpPr>
          <p:cNvPr id="1048679" name="Espace réservé du pied de page 4"/>
          <p:cNvSpPr>
            <a:spLocks noGrp="1"/>
          </p:cNvSpPr>
          <p:nvPr>
            <p:ph type="ftr" sz="quarter" idx="11"/>
          </p:nvPr>
        </p:nvSpPr>
        <p:spPr/>
        <p:txBody>
          <a:bodyPr/>
          <a:lstStyle/>
          <a:p>
            <a:endParaRPr lang="fr-FR"/>
          </a:p>
        </p:txBody>
      </p:sp>
      <p:sp>
        <p:nvSpPr>
          <p:cNvPr id="1048680" name="Espace réservé du numéro de diapositive 5"/>
          <p:cNvSpPr>
            <a:spLocks noGrp="1"/>
          </p:cNvSpPr>
          <p:nvPr>
            <p:ph type="sldNum" sz="quarter" idx="12"/>
          </p:nvPr>
        </p:nvSpPr>
        <p:spPr/>
        <p:txBody>
          <a:bodyPr/>
          <a:lstStyle/>
          <a:p>
            <a:fld id="{314A4E4E-8CEE-4300-90E9-71226AEB968D}" type="slidenum">
              <a:rPr lang="fr-FR" smtClean="0"/>
              <a:t>‹N°›</a:t>
            </a:fld>
            <a:endParaRPr lang="fr-F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1048718" name="Titre 1"/>
          <p:cNvSpPr>
            <a:spLocks noGrp="1"/>
          </p:cNvSpPr>
          <p:nvPr>
            <p:ph type="title"/>
          </p:nvPr>
        </p:nvSpPr>
        <p:spPr/>
        <p:txBody>
          <a:bodyPr/>
          <a:lstStyle/>
          <a:p>
            <a:r>
              <a:rPr lang="fr-FR"/>
              <a:t>Modifiez le style du titre</a:t>
            </a:r>
          </a:p>
        </p:txBody>
      </p:sp>
      <p:sp>
        <p:nvSpPr>
          <p:cNvPr id="1048719" name="Espace réservé du contenu 2"/>
          <p:cNvSpPr>
            <a:spLocks noGrp="1"/>
          </p:cNvSpPr>
          <p:nvPr>
            <p:ph sz="half" idx="1"/>
          </p:nvPr>
        </p:nvSpPr>
        <p:spPr>
          <a:xfrm>
            <a:off x="628650" y="1370013"/>
            <a:ext cx="3867150" cy="3262312"/>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720" name="Espace réservé du contenu 3"/>
          <p:cNvSpPr>
            <a:spLocks noGrp="1"/>
          </p:cNvSpPr>
          <p:nvPr>
            <p:ph sz="half" idx="2"/>
          </p:nvPr>
        </p:nvSpPr>
        <p:spPr>
          <a:xfrm>
            <a:off x="4648200" y="1370013"/>
            <a:ext cx="3867150" cy="3262312"/>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721" name="Espace réservé de la date 4"/>
          <p:cNvSpPr>
            <a:spLocks noGrp="1"/>
          </p:cNvSpPr>
          <p:nvPr>
            <p:ph type="dt" sz="half" idx="10"/>
          </p:nvPr>
        </p:nvSpPr>
        <p:spPr/>
        <p:txBody>
          <a:bodyPr/>
          <a:lstStyle/>
          <a:p>
            <a:endParaRPr lang="fr-FR"/>
          </a:p>
        </p:txBody>
      </p:sp>
      <p:sp>
        <p:nvSpPr>
          <p:cNvPr id="1048722" name="Espace réservé du pied de page 5"/>
          <p:cNvSpPr>
            <a:spLocks noGrp="1"/>
          </p:cNvSpPr>
          <p:nvPr>
            <p:ph type="ftr" sz="quarter" idx="11"/>
          </p:nvPr>
        </p:nvSpPr>
        <p:spPr/>
        <p:txBody>
          <a:bodyPr/>
          <a:lstStyle/>
          <a:p>
            <a:endParaRPr lang="fr-FR"/>
          </a:p>
        </p:txBody>
      </p:sp>
      <p:sp>
        <p:nvSpPr>
          <p:cNvPr id="1048723" name="Espace réservé du numéro de diapositive 6"/>
          <p:cNvSpPr>
            <a:spLocks noGrp="1"/>
          </p:cNvSpPr>
          <p:nvPr>
            <p:ph type="sldNum" sz="quarter" idx="12"/>
          </p:nvPr>
        </p:nvSpPr>
        <p:spPr/>
        <p:txBody>
          <a:bodyPr/>
          <a:lstStyle/>
          <a:p>
            <a:fld id="{314A4E4E-8CEE-4300-90E9-71226AEB968D}" type="slidenum">
              <a:rPr lang="fr-FR" smtClean="0"/>
              <a:t>‹N°›</a:t>
            </a:fld>
            <a:endParaRPr lang="fr-F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48698" name="Titre 1"/>
          <p:cNvSpPr>
            <a:spLocks noGrp="1"/>
          </p:cNvSpPr>
          <p:nvPr>
            <p:ph type="title"/>
          </p:nvPr>
        </p:nvSpPr>
        <p:spPr>
          <a:xfrm>
            <a:off x="630238" y="274638"/>
            <a:ext cx="7886700" cy="993775"/>
          </a:xfrm>
        </p:spPr>
        <p:txBody>
          <a:bodyPr/>
          <a:lstStyle/>
          <a:p>
            <a:r>
              <a:rPr lang="fr-FR"/>
              <a:t>Modifiez le style du titre</a:t>
            </a:r>
          </a:p>
        </p:txBody>
      </p:sp>
      <p:sp>
        <p:nvSpPr>
          <p:cNvPr id="1048699" name="Espace réservé du texte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048700" name="Espace réservé du contenu 3"/>
          <p:cNvSpPr>
            <a:spLocks noGrp="1"/>
          </p:cNvSpPr>
          <p:nvPr>
            <p:ph sz="half" idx="2"/>
          </p:nvPr>
        </p:nvSpPr>
        <p:spPr>
          <a:xfrm>
            <a:off x="630238" y="1879600"/>
            <a:ext cx="3868737" cy="276225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701" name="Espace réservé du texte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048702" name="Espace réservé du contenu 5"/>
          <p:cNvSpPr>
            <a:spLocks noGrp="1"/>
          </p:cNvSpPr>
          <p:nvPr>
            <p:ph sz="quarter" idx="4"/>
          </p:nvPr>
        </p:nvSpPr>
        <p:spPr>
          <a:xfrm>
            <a:off x="4629150" y="1879600"/>
            <a:ext cx="3887788" cy="276225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703" name="Espace réservé de la date 6"/>
          <p:cNvSpPr>
            <a:spLocks noGrp="1"/>
          </p:cNvSpPr>
          <p:nvPr>
            <p:ph type="dt" sz="half" idx="10"/>
          </p:nvPr>
        </p:nvSpPr>
        <p:spPr/>
        <p:txBody>
          <a:bodyPr/>
          <a:lstStyle/>
          <a:p>
            <a:endParaRPr lang="fr-FR"/>
          </a:p>
        </p:txBody>
      </p:sp>
      <p:sp>
        <p:nvSpPr>
          <p:cNvPr id="1048704" name="Espace réservé du pied de page 7"/>
          <p:cNvSpPr>
            <a:spLocks noGrp="1"/>
          </p:cNvSpPr>
          <p:nvPr>
            <p:ph type="ftr" sz="quarter" idx="11"/>
          </p:nvPr>
        </p:nvSpPr>
        <p:spPr/>
        <p:txBody>
          <a:bodyPr/>
          <a:lstStyle/>
          <a:p>
            <a:endParaRPr lang="fr-FR"/>
          </a:p>
        </p:txBody>
      </p:sp>
      <p:sp>
        <p:nvSpPr>
          <p:cNvPr id="1048705" name="Espace réservé du numéro de diapositive 8"/>
          <p:cNvSpPr>
            <a:spLocks noGrp="1"/>
          </p:cNvSpPr>
          <p:nvPr>
            <p:ph type="sldNum" sz="quarter" idx="12"/>
          </p:nvPr>
        </p:nvSpPr>
        <p:spPr/>
        <p:txBody>
          <a:bodyPr/>
          <a:lstStyle/>
          <a:p>
            <a:fld id="{314A4E4E-8CEE-4300-90E9-71226AEB968D}" type="slidenum">
              <a:rPr lang="fr-FR" smtClean="0"/>
              <a:t>‹N°›</a:t>
            </a:fld>
            <a:endParaRPr lang="fr-F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1048706" name="Titre 1"/>
          <p:cNvSpPr>
            <a:spLocks noGrp="1"/>
          </p:cNvSpPr>
          <p:nvPr>
            <p:ph type="title"/>
          </p:nvPr>
        </p:nvSpPr>
        <p:spPr/>
        <p:txBody>
          <a:bodyPr/>
          <a:lstStyle/>
          <a:p>
            <a:r>
              <a:rPr lang="fr-FR"/>
              <a:t>Modifiez le style du titre</a:t>
            </a:r>
          </a:p>
        </p:txBody>
      </p:sp>
      <p:sp>
        <p:nvSpPr>
          <p:cNvPr id="1048707" name="Espace réservé de la date 2"/>
          <p:cNvSpPr>
            <a:spLocks noGrp="1"/>
          </p:cNvSpPr>
          <p:nvPr>
            <p:ph type="dt" sz="half" idx="10"/>
          </p:nvPr>
        </p:nvSpPr>
        <p:spPr/>
        <p:txBody>
          <a:bodyPr/>
          <a:lstStyle/>
          <a:p>
            <a:endParaRPr lang="fr-FR"/>
          </a:p>
        </p:txBody>
      </p:sp>
      <p:sp>
        <p:nvSpPr>
          <p:cNvPr id="1048708" name="Espace réservé du pied de page 3"/>
          <p:cNvSpPr>
            <a:spLocks noGrp="1"/>
          </p:cNvSpPr>
          <p:nvPr>
            <p:ph type="ftr" sz="quarter" idx="11"/>
          </p:nvPr>
        </p:nvSpPr>
        <p:spPr/>
        <p:txBody>
          <a:bodyPr/>
          <a:lstStyle/>
          <a:p>
            <a:endParaRPr lang="fr-FR"/>
          </a:p>
        </p:txBody>
      </p:sp>
      <p:sp>
        <p:nvSpPr>
          <p:cNvPr id="1048709" name="Espace réservé du numéro de diapositive 4"/>
          <p:cNvSpPr>
            <a:spLocks noGrp="1"/>
          </p:cNvSpPr>
          <p:nvPr>
            <p:ph type="sldNum" sz="quarter" idx="12"/>
          </p:nvPr>
        </p:nvSpPr>
        <p:spPr/>
        <p:txBody>
          <a:bodyPr/>
          <a:lstStyle/>
          <a:p>
            <a:fld id="{314A4E4E-8CEE-4300-90E9-71226AEB968D}" type="slidenum">
              <a:rPr lang="fr-FR" smtClean="0"/>
              <a:t>‹N°›</a:t>
            </a:fld>
            <a:endParaRPr lang="fr-F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1048710" name="Espace réservé de la date 1"/>
          <p:cNvSpPr>
            <a:spLocks noGrp="1"/>
          </p:cNvSpPr>
          <p:nvPr>
            <p:ph type="dt" sz="half" idx="10"/>
          </p:nvPr>
        </p:nvSpPr>
        <p:spPr/>
        <p:txBody>
          <a:bodyPr/>
          <a:lstStyle/>
          <a:p>
            <a:endParaRPr lang="fr-FR"/>
          </a:p>
        </p:txBody>
      </p:sp>
      <p:sp>
        <p:nvSpPr>
          <p:cNvPr id="1048711" name="Espace réservé du pied de page 2"/>
          <p:cNvSpPr>
            <a:spLocks noGrp="1"/>
          </p:cNvSpPr>
          <p:nvPr>
            <p:ph type="ftr" sz="quarter" idx="11"/>
          </p:nvPr>
        </p:nvSpPr>
        <p:spPr/>
        <p:txBody>
          <a:bodyPr/>
          <a:lstStyle/>
          <a:p>
            <a:endParaRPr lang="fr-FR"/>
          </a:p>
        </p:txBody>
      </p:sp>
      <p:sp>
        <p:nvSpPr>
          <p:cNvPr id="1048712" name="Espace réservé du numéro de diapositive 3"/>
          <p:cNvSpPr>
            <a:spLocks noGrp="1"/>
          </p:cNvSpPr>
          <p:nvPr>
            <p:ph type="sldNum" sz="quarter" idx="12"/>
          </p:nvPr>
        </p:nvSpPr>
        <p:spPr/>
        <p:txBody>
          <a:bodyPr/>
          <a:lstStyle/>
          <a:p>
            <a:fld id="{314A4E4E-8CEE-4300-90E9-71226AEB968D}" type="slidenum">
              <a:rPr lang="fr-FR" smtClean="0"/>
              <a:t>‹N°›</a:t>
            </a:fld>
            <a:endParaRPr lang="fr-F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1048692" name="Titre 1"/>
          <p:cNvSpPr>
            <a:spLocks noGrp="1"/>
          </p:cNvSpPr>
          <p:nvPr>
            <p:ph type="title"/>
          </p:nvPr>
        </p:nvSpPr>
        <p:spPr>
          <a:xfrm>
            <a:off x="630238" y="342900"/>
            <a:ext cx="2949575" cy="1200150"/>
          </a:xfrm>
        </p:spPr>
        <p:txBody>
          <a:bodyPr anchor="b"/>
          <a:lstStyle>
            <a:lvl1pPr>
              <a:defRPr sz="3200"/>
            </a:lvl1pPr>
          </a:lstStyle>
          <a:p>
            <a:r>
              <a:rPr lang="fr-FR"/>
              <a:t>Modifiez le style du titre</a:t>
            </a:r>
          </a:p>
        </p:txBody>
      </p:sp>
      <p:sp>
        <p:nvSpPr>
          <p:cNvPr id="1048693" name="Espace réservé du contenu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694" name="Espace réservé du texte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1048695" name="Espace réservé de la date 4"/>
          <p:cNvSpPr>
            <a:spLocks noGrp="1"/>
          </p:cNvSpPr>
          <p:nvPr>
            <p:ph type="dt" sz="half" idx="10"/>
          </p:nvPr>
        </p:nvSpPr>
        <p:spPr/>
        <p:txBody>
          <a:bodyPr/>
          <a:lstStyle/>
          <a:p>
            <a:endParaRPr lang="fr-FR"/>
          </a:p>
        </p:txBody>
      </p:sp>
      <p:sp>
        <p:nvSpPr>
          <p:cNvPr id="1048696" name="Espace réservé du pied de page 5"/>
          <p:cNvSpPr>
            <a:spLocks noGrp="1"/>
          </p:cNvSpPr>
          <p:nvPr>
            <p:ph type="ftr" sz="quarter" idx="11"/>
          </p:nvPr>
        </p:nvSpPr>
        <p:spPr/>
        <p:txBody>
          <a:bodyPr/>
          <a:lstStyle/>
          <a:p>
            <a:endParaRPr lang="fr-FR"/>
          </a:p>
        </p:txBody>
      </p:sp>
      <p:sp>
        <p:nvSpPr>
          <p:cNvPr id="1048697" name="Espace réservé du numéro de diapositive 6"/>
          <p:cNvSpPr>
            <a:spLocks noGrp="1"/>
          </p:cNvSpPr>
          <p:nvPr>
            <p:ph type="sldNum" sz="quarter" idx="12"/>
          </p:nvPr>
        </p:nvSpPr>
        <p:spPr/>
        <p:txBody>
          <a:bodyPr/>
          <a:lstStyle/>
          <a:p>
            <a:fld id="{314A4E4E-8CEE-4300-90E9-71226AEB968D}" type="slidenum">
              <a:rPr lang="fr-FR" smtClean="0"/>
              <a:t>‹N°›</a:t>
            </a:fld>
            <a:endParaRPr lang="fr-F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1048681" name="Titre 1"/>
          <p:cNvSpPr>
            <a:spLocks noGrp="1"/>
          </p:cNvSpPr>
          <p:nvPr>
            <p:ph type="title"/>
          </p:nvPr>
        </p:nvSpPr>
        <p:spPr>
          <a:xfrm>
            <a:off x="630238" y="342900"/>
            <a:ext cx="2949575" cy="1200150"/>
          </a:xfrm>
        </p:spPr>
        <p:txBody>
          <a:bodyPr anchor="b"/>
          <a:lstStyle>
            <a:lvl1pPr>
              <a:defRPr sz="3200"/>
            </a:lvl1pPr>
          </a:lstStyle>
          <a:p>
            <a:r>
              <a:rPr lang="fr-FR"/>
              <a:t>Modifiez le style du titre</a:t>
            </a:r>
          </a:p>
        </p:txBody>
      </p:sp>
      <p:sp>
        <p:nvSpPr>
          <p:cNvPr id="1048682" name="Espace réservé pour une image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1048683" name="Espace réservé du texte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1048684" name="Espace réservé de la date 4"/>
          <p:cNvSpPr>
            <a:spLocks noGrp="1"/>
          </p:cNvSpPr>
          <p:nvPr>
            <p:ph type="dt" sz="half" idx="10"/>
          </p:nvPr>
        </p:nvSpPr>
        <p:spPr/>
        <p:txBody>
          <a:bodyPr/>
          <a:lstStyle/>
          <a:p>
            <a:endParaRPr lang="fr-FR"/>
          </a:p>
        </p:txBody>
      </p:sp>
      <p:sp>
        <p:nvSpPr>
          <p:cNvPr id="1048685" name="Espace réservé du pied de page 5"/>
          <p:cNvSpPr>
            <a:spLocks noGrp="1"/>
          </p:cNvSpPr>
          <p:nvPr>
            <p:ph type="ftr" sz="quarter" idx="11"/>
          </p:nvPr>
        </p:nvSpPr>
        <p:spPr/>
        <p:txBody>
          <a:bodyPr/>
          <a:lstStyle/>
          <a:p>
            <a:endParaRPr lang="fr-FR"/>
          </a:p>
        </p:txBody>
      </p:sp>
      <p:sp>
        <p:nvSpPr>
          <p:cNvPr id="1048686" name="Espace réservé du numéro de diapositive 6"/>
          <p:cNvSpPr>
            <a:spLocks noGrp="1"/>
          </p:cNvSpPr>
          <p:nvPr>
            <p:ph type="sldNum" sz="quarter" idx="12"/>
          </p:nvPr>
        </p:nvSpPr>
        <p:spPr/>
        <p:txBody>
          <a:bodyPr/>
          <a:lstStyle/>
          <a:p>
            <a:fld id="{314A4E4E-8CEE-4300-90E9-71226AEB968D}" type="slidenum">
              <a:rPr lang="fr-FR" smtClean="0"/>
              <a:t>‹N°›</a:t>
            </a:fld>
            <a:endParaRPr lang="fr-F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1048687" name="Titre 1"/>
          <p:cNvSpPr>
            <a:spLocks noGrp="1"/>
          </p:cNvSpPr>
          <p:nvPr>
            <p:ph type="title"/>
          </p:nvPr>
        </p:nvSpPr>
        <p:spPr/>
        <p:txBody>
          <a:bodyPr/>
          <a:lstStyle/>
          <a:p>
            <a:r>
              <a:rPr lang="fr-FR"/>
              <a:t>Modifiez le style du titre</a:t>
            </a:r>
          </a:p>
        </p:txBody>
      </p:sp>
      <p:sp>
        <p:nvSpPr>
          <p:cNvPr id="1048688"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689" name="Espace réservé de la date 3"/>
          <p:cNvSpPr>
            <a:spLocks noGrp="1"/>
          </p:cNvSpPr>
          <p:nvPr>
            <p:ph type="dt" sz="half" idx="10"/>
          </p:nvPr>
        </p:nvSpPr>
        <p:spPr/>
        <p:txBody>
          <a:bodyPr/>
          <a:lstStyle/>
          <a:p>
            <a:endParaRPr lang="fr-FR"/>
          </a:p>
        </p:txBody>
      </p:sp>
      <p:sp>
        <p:nvSpPr>
          <p:cNvPr id="1048690" name="Espace réservé du pied de page 4"/>
          <p:cNvSpPr>
            <a:spLocks noGrp="1"/>
          </p:cNvSpPr>
          <p:nvPr>
            <p:ph type="ftr" sz="quarter" idx="11"/>
          </p:nvPr>
        </p:nvSpPr>
        <p:spPr/>
        <p:txBody>
          <a:bodyPr/>
          <a:lstStyle/>
          <a:p>
            <a:endParaRPr lang="fr-FR"/>
          </a:p>
        </p:txBody>
      </p:sp>
      <p:sp>
        <p:nvSpPr>
          <p:cNvPr id="1048691" name="Espace réservé du numéro de diapositive 5"/>
          <p:cNvSpPr>
            <a:spLocks noGrp="1"/>
          </p:cNvSpPr>
          <p:nvPr>
            <p:ph type="sldNum" sz="quarter" idx="12"/>
          </p:nvPr>
        </p:nvSpPr>
        <p:spPr/>
        <p:txBody>
          <a:bodyPr/>
          <a:lstStyle/>
          <a:p>
            <a:fld id="{314A4E4E-8CEE-4300-90E9-71226AEB968D}" type="slidenum">
              <a:rPr lang="fr-FR" smtClean="0"/>
              <a:t>‹N°›</a:t>
            </a:fld>
            <a:endParaRPr lang="fr-F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1048713" name="Titre vertical 1"/>
          <p:cNvSpPr>
            <a:spLocks noGrp="1"/>
          </p:cNvSpPr>
          <p:nvPr>
            <p:ph type="title" orient="vert"/>
          </p:nvPr>
        </p:nvSpPr>
        <p:spPr>
          <a:xfrm>
            <a:off x="6543675" y="274638"/>
            <a:ext cx="1971675" cy="4357687"/>
          </a:xfrm>
        </p:spPr>
        <p:txBody>
          <a:bodyPr vert="eaVert"/>
          <a:lstStyle/>
          <a:p>
            <a:r>
              <a:rPr lang="fr-FR"/>
              <a:t>Modifiez le style du titre</a:t>
            </a:r>
          </a:p>
        </p:txBody>
      </p:sp>
      <p:sp>
        <p:nvSpPr>
          <p:cNvPr id="1048714" name="Espace réservé du texte vertical 2"/>
          <p:cNvSpPr>
            <a:spLocks noGrp="1"/>
          </p:cNvSpPr>
          <p:nvPr>
            <p:ph type="body" orient="vert" idx="1"/>
          </p:nvPr>
        </p:nvSpPr>
        <p:spPr>
          <a:xfrm>
            <a:off x="628650" y="274638"/>
            <a:ext cx="5762625" cy="4357687"/>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715" name="Espace réservé de la date 3"/>
          <p:cNvSpPr>
            <a:spLocks noGrp="1"/>
          </p:cNvSpPr>
          <p:nvPr>
            <p:ph type="dt" sz="half" idx="10"/>
          </p:nvPr>
        </p:nvSpPr>
        <p:spPr/>
        <p:txBody>
          <a:bodyPr/>
          <a:lstStyle/>
          <a:p>
            <a:endParaRPr lang="fr-FR"/>
          </a:p>
        </p:txBody>
      </p:sp>
      <p:sp>
        <p:nvSpPr>
          <p:cNvPr id="1048716" name="Espace réservé du pied de page 4"/>
          <p:cNvSpPr>
            <a:spLocks noGrp="1"/>
          </p:cNvSpPr>
          <p:nvPr>
            <p:ph type="ftr" sz="quarter" idx="11"/>
          </p:nvPr>
        </p:nvSpPr>
        <p:spPr/>
        <p:txBody>
          <a:bodyPr/>
          <a:lstStyle/>
          <a:p>
            <a:endParaRPr lang="fr-FR"/>
          </a:p>
        </p:txBody>
      </p:sp>
      <p:sp>
        <p:nvSpPr>
          <p:cNvPr id="1048717" name="Espace réservé du numéro de diapositive 5"/>
          <p:cNvSpPr>
            <a:spLocks noGrp="1"/>
          </p:cNvSpPr>
          <p:nvPr>
            <p:ph type="sldNum" sz="quarter" idx="12"/>
          </p:nvPr>
        </p:nvSpPr>
        <p:spPr/>
        <p:txBody>
          <a:bodyPr/>
          <a:lstStyle/>
          <a:p>
            <a:fld id="{314A4E4E-8CEE-4300-90E9-71226AEB968D}" type="slidenum">
              <a:rPr lang="fr-FR" smtClean="0"/>
              <a:t>‹N°›</a:t>
            </a:fld>
            <a:endParaRPr lang="fr-F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1048822" name="Titre 1"/>
          <p:cNvSpPr>
            <a:spLocks noGrp="1"/>
          </p:cNvSpPr>
          <p:nvPr>
            <p:ph type="ctrTitle"/>
          </p:nvPr>
        </p:nvSpPr>
        <p:spPr>
          <a:xfrm>
            <a:off x="1143000" y="841375"/>
            <a:ext cx="6858000" cy="1790700"/>
          </a:xfrm>
        </p:spPr>
        <p:txBody>
          <a:bodyPr anchor="b"/>
          <a:lstStyle>
            <a:lvl1pPr algn="ctr">
              <a:defRPr sz="6000"/>
            </a:lvl1pPr>
          </a:lstStyle>
          <a:p>
            <a:r>
              <a:rPr lang="fr-FR"/>
              <a:t>Modifiez le style du titre</a:t>
            </a:r>
          </a:p>
        </p:txBody>
      </p:sp>
      <p:sp>
        <p:nvSpPr>
          <p:cNvPr id="1048823" name="Sous-titr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1048824" name="Espace réservé de la date 3"/>
          <p:cNvSpPr>
            <a:spLocks noGrp="1"/>
          </p:cNvSpPr>
          <p:nvPr>
            <p:ph type="dt" sz="half" idx="10"/>
          </p:nvPr>
        </p:nvSpPr>
        <p:spPr/>
        <p:txBody>
          <a:bodyPr/>
          <a:lstStyle/>
          <a:p>
            <a:endParaRPr lang="fr-FR"/>
          </a:p>
        </p:txBody>
      </p:sp>
      <p:sp>
        <p:nvSpPr>
          <p:cNvPr id="1048825" name="Espace réservé du pied de page 4"/>
          <p:cNvSpPr>
            <a:spLocks noGrp="1"/>
          </p:cNvSpPr>
          <p:nvPr>
            <p:ph type="ftr" sz="quarter" idx="11"/>
          </p:nvPr>
        </p:nvSpPr>
        <p:spPr/>
        <p:txBody>
          <a:bodyPr/>
          <a:lstStyle/>
          <a:p>
            <a:endParaRPr lang="fr-FR"/>
          </a:p>
        </p:txBody>
      </p:sp>
      <p:sp>
        <p:nvSpPr>
          <p:cNvPr id="1048826" name="Espace réservé du numéro de diapositive 5"/>
          <p:cNvSpPr>
            <a:spLocks noGrp="1"/>
          </p:cNvSpPr>
          <p:nvPr>
            <p:ph type="sldNum" sz="quarter" idx="12"/>
          </p:nvPr>
        </p:nvSpPr>
        <p:spPr/>
        <p:txBody>
          <a:bodyPr/>
          <a:lstStyle/>
          <a:p>
            <a:fld id="{6AB49890-F879-4C5F-9D79-C629647BA96E}" type="slidenum">
              <a:rPr lang="fr-FR" smtClean="0"/>
              <a:t>‹N°›</a:t>
            </a:fld>
            <a:endParaRPr lang="fr-F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1048836" name="Titre 1"/>
          <p:cNvSpPr>
            <a:spLocks noGrp="1"/>
          </p:cNvSpPr>
          <p:nvPr>
            <p:ph type="title"/>
          </p:nvPr>
        </p:nvSpPr>
        <p:spPr/>
        <p:txBody>
          <a:bodyPr/>
          <a:lstStyle/>
          <a:p>
            <a:r>
              <a:rPr lang="fr-FR"/>
              <a:t>Modifiez le style du titre</a:t>
            </a:r>
          </a:p>
        </p:txBody>
      </p:sp>
      <p:sp>
        <p:nvSpPr>
          <p:cNvPr id="1048837"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838" name="Espace réservé de la date 3"/>
          <p:cNvSpPr>
            <a:spLocks noGrp="1"/>
          </p:cNvSpPr>
          <p:nvPr>
            <p:ph type="dt" sz="half" idx="10"/>
          </p:nvPr>
        </p:nvSpPr>
        <p:spPr/>
        <p:txBody>
          <a:bodyPr/>
          <a:lstStyle/>
          <a:p>
            <a:endParaRPr lang="fr-FR"/>
          </a:p>
        </p:txBody>
      </p:sp>
      <p:sp>
        <p:nvSpPr>
          <p:cNvPr id="1048839" name="Espace réservé du pied de page 4"/>
          <p:cNvSpPr>
            <a:spLocks noGrp="1"/>
          </p:cNvSpPr>
          <p:nvPr>
            <p:ph type="ftr" sz="quarter" idx="11"/>
          </p:nvPr>
        </p:nvSpPr>
        <p:spPr/>
        <p:txBody>
          <a:bodyPr/>
          <a:lstStyle/>
          <a:p>
            <a:endParaRPr lang="fr-FR"/>
          </a:p>
        </p:txBody>
      </p:sp>
      <p:sp>
        <p:nvSpPr>
          <p:cNvPr id="1048840" name="Espace réservé du numéro de diapositive 5"/>
          <p:cNvSpPr>
            <a:spLocks noGrp="1"/>
          </p:cNvSpPr>
          <p:nvPr>
            <p:ph type="sldNum" sz="quarter" idx="12"/>
          </p:nvPr>
        </p:nvSpPr>
        <p:spPr/>
        <p:txBody>
          <a:bodyPr/>
          <a:lstStyle/>
          <a:p>
            <a:fld id="{6AB49890-F879-4C5F-9D79-C629647BA96E}" type="slidenum">
              <a:rPr lang="fr-FR" smtClean="0"/>
              <a:t>‹N°›</a:t>
            </a:fld>
            <a:endParaRPr lang="fr-F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1048841" name="Titre 1"/>
          <p:cNvSpPr>
            <a:spLocks noGrp="1"/>
          </p:cNvSpPr>
          <p:nvPr>
            <p:ph type="title"/>
          </p:nvPr>
        </p:nvSpPr>
        <p:spPr>
          <a:xfrm>
            <a:off x="623888" y="1282700"/>
            <a:ext cx="7886700" cy="2139950"/>
          </a:xfrm>
        </p:spPr>
        <p:txBody>
          <a:bodyPr anchor="b"/>
          <a:lstStyle>
            <a:lvl1pPr>
              <a:defRPr sz="6000"/>
            </a:lvl1pPr>
          </a:lstStyle>
          <a:p>
            <a:r>
              <a:rPr lang="fr-FR"/>
              <a:t>Modifiez le style du titre</a:t>
            </a:r>
          </a:p>
        </p:txBody>
      </p:sp>
      <p:sp>
        <p:nvSpPr>
          <p:cNvPr id="1048842" name="Espace réservé du texte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1048843" name="Espace réservé de la date 3"/>
          <p:cNvSpPr>
            <a:spLocks noGrp="1"/>
          </p:cNvSpPr>
          <p:nvPr>
            <p:ph type="dt" sz="half" idx="10"/>
          </p:nvPr>
        </p:nvSpPr>
        <p:spPr/>
        <p:txBody>
          <a:bodyPr/>
          <a:lstStyle/>
          <a:p>
            <a:endParaRPr lang="fr-FR"/>
          </a:p>
        </p:txBody>
      </p:sp>
      <p:sp>
        <p:nvSpPr>
          <p:cNvPr id="1048844" name="Espace réservé du pied de page 4"/>
          <p:cNvSpPr>
            <a:spLocks noGrp="1"/>
          </p:cNvSpPr>
          <p:nvPr>
            <p:ph type="ftr" sz="quarter" idx="11"/>
          </p:nvPr>
        </p:nvSpPr>
        <p:spPr/>
        <p:txBody>
          <a:bodyPr/>
          <a:lstStyle/>
          <a:p>
            <a:endParaRPr lang="fr-FR"/>
          </a:p>
        </p:txBody>
      </p:sp>
      <p:sp>
        <p:nvSpPr>
          <p:cNvPr id="1048845" name="Espace réservé du numéro de diapositive 5"/>
          <p:cNvSpPr>
            <a:spLocks noGrp="1"/>
          </p:cNvSpPr>
          <p:nvPr>
            <p:ph type="sldNum" sz="quarter" idx="12"/>
          </p:nvPr>
        </p:nvSpPr>
        <p:spPr/>
        <p:txBody>
          <a:bodyPr/>
          <a:lstStyle/>
          <a:p>
            <a:fld id="{6AB49890-F879-4C5F-9D79-C629647BA96E}" type="slidenum">
              <a:rPr lang="fr-FR" smtClean="0"/>
              <a:t>‹N°›</a:t>
            </a:fld>
            <a:endParaRPr lang="fr-F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1048846" name="Titre 1"/>
          <p:cNvSpPr>
            <a:spLocks noGrp="1"/>
          </p:cNvSpPr>
          <p:nvPr>
            <p:ph type="title"/>
          </p:nvPr>
        </p:nvSpPr>
        <p:spPr/>
        <p:txBody>
          <a:bodyPr/>
          <a:lstStyle/>
          <a:p>
            <a:r>
              <a:rPr lang="fr-FR"/>
              <a:t>Modifiez le style du titre</a:t>
            </a:r>
          </a:p>
        </p:txBody>
      </p:sp>
      <p:sp>
        <p:nvSpPr>
          <p:cNvPr id="1048847" name="Espace réservé du contenu 2"/>
          <p:cNvSpPr>
            <a:spLocks noGrp="1"/>
          </p:cNvSpPr>
          <p:nvPr>
            <p:ph sz="half" idx="1"/>
          </p:nvPr>
        </p:nvSpPr>
        <p:spPr>
          <a:xfrm>
            <a:off x="628650" y="1370013"/>
            <a:ext cx="3867150" cy="3262312"/>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848" name="Espace réservé du contenu 3"/>
          <p:cNvSpPr>
            <a:spLocks noGrp="1"/>
          </p:cNvSpPr>
          <p:nvPr>
            <p:ph sz="half" idx="2"/>
          </p:nvPr>
        </p:nvSpPr>
        <p:spPr>
          <a:xfrm>
            <a:off x="4648200" y="1370013"/>
            <a:ext cx="3867150" cy="3262312"/>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849" name="Espace réservé de la date 4"/>
          <p:cNvSpPr>
            <a:spLocks noGrp="1"/>
          </p:cNvSpPr>
          <p:nvPr>
            <p:ph type="dt" sz="half" idx="10"/>
          </p:nvPr>
        </p:nvSpPr>
        <p:spPr/>
        <p:txBody>
          <a:bodyPr/>
          <a:lstStyle/>
          <a:p>
            <a:endParaRPr lang="fr-FR"/>
          </a:p>
        </p:txBody>
      </p:sp>
      <p:sp>
        <p:nvSpPr>
          <p:cNvPr id="1048850" name="Espace réservé du pied de page 5"/>
          <p:cNvSpPr>
            <a:spLocks noGrp="1"/>
          </p:cNvSpPr>
          <p:nvPr>
            <p:ph type="ftr" sz="quarter" idx="11"/>
          </p:nvPr>
        </p:nvSpPr>
        <p:spPr/>
        <p:txBody>
          <a:bodyPr/>
          <a:lstStyle/>
          <a:p>
            <a:endParaRPr lang="fr-FR"/>
          </a:p>
        </p:txBody>
      </p:sp>
      <p:sp>
        <p:nvSpPr>
          <p:cNvPr id="1048851" name="Espace réservé du numéro de diapositive 6"/>
          <p:cNvSpPr>
            <a:spLocks noGrp="1"/>
          </p:cNvSpPr>
          <p:nvPr>
            <p:ph type="sldNum" sz="quarter" idx="12"/>
          </p:nvPr>
        </p:nvSpPr>
        <p:spPr/>
        <p:txBody>
          <a:bodyPr/>
          <a:lstStyle/>
          <a:p>
            <a:fld id="{6AB49890-F879-4C5F-9D79-C629647BA96E}" type="slidenum">
              <a:rPr lang="fr-FR" smtClean="0"/>
              <a:t>‹N°›</a:t>
            </a:fld>
            <a:endParaRPr lang="fr-F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48794" name="Titre 1"/>
          <p:cNvSpPr>
            <a:spLocks noGrp="1"/>
          </p:cNvSpPr>
          <p:nvPr>
            <p:ph type="title"/>
          </p:nvPr>
        </p:nvSpPr>
        <p:spPr>
          <a:xfrm>
            <a:off x="630238" y="274638"/>
            <a:ext cx="7886700" cy="993775"/>
          </a:xfrm>
        </p:spPr>
        <p:txBody>
          <a:bodyPr/>
          <a:lstStyle/>
          <a:p>
            <a:r>
              <a:rPr lang="fr-FR"/>
              <a:t>Modifiez le style du titre</a:t>
            </a:r>
          </a:p>
        </p:txBody>
      </p:sp>
      <p:sp>
        <p:nvSpPr>
          <p:cNvPr id="1048795" name="Espace réservé du texte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048796" name="Espace réservé du contenu 3"/>
          <p:cNvSpPr>
            <a:spLocks noGrp="1"/>
          </p:cNvSpPr>
          <p:nvPr>
            <p:ph sz="half" idx="2"/>
          </p:nvPr>
        </p:nvSpPr>
        <p:spPr>
          <a:xfrm>
            <a:off x="630238" y="1879600"/>
            <a:ext cx="3868737" cy="276225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797" name="Espace réservé du texte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048798" name="Espace réservé du contenu 5"/>
          <p:cNvSpPr>
            <a:spLocks noGrp="1"/>
          </p:cNvSpPr>
          <p:nvPr>
            <p:ph sz="quarter" idx="4"/>
          </p:nvPr>
        </p:nvSpPr>
        <p:spPr>
          <a:xfrm>
            <a:off x="4629150" y="1879600"/>
            <a:ext cx="3887788" cy="276225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799" name="Espace réservé de la date 6"/>
          <p:cNvSpPr>
            <a:spLocks noGrp="1"/>
          </p:cNvSpPr>
          <p:nvPr>
            <p:ph type="dt" sz="half" idx="10"/>
          </p:nvPr>
        </p:nvSpPr>
        <p:spPr/>
        <p:txBody>
          <a:bodyPr/>
          <a:lstStyle/>
          <a:p>
            <a:endParaRPr lang="fr-FR"/>
          </a:p>
        </p:txBody>
      </p:sp>
      <p:sp>
        <p:nvSpPr>
          <p:cNvPr id="1048800" name="Espace réservé du pied de page 7"/>
          <p:cNvSpPr>
            <a:spLocks noGrp="1"/>
          </p:cNvSpPr>
          <p:nvPr>
            <p:ph type="ftr" sz="quarter" idx="11"/>
          </p:nvPr>
        </p:nvSpPr>
        <p:spPr/>
        <p:txBody>
          <a:bodyPr/>
          <a:lstStyle/>
          <a:p>
            <a:endParaRPr lang="fr-FR"/>
          </a:p>
        </p:txBody>
      </p:sp>
      <p:sp>
        <p:nvSpPr>
          <p:cNvPr id="1048801" name="Espace réservé du numéro de diapositive 8"/>
          <p:cNvSpPr>
            <a:spLocks noGrp="1"/>
          </p:cNvSpPr>
          <p:nvPr>
            <p:ph type="sldNum" sz="quarter" idx="12"/>
          </p:nvPr>
        </p:nvSpPr>
        <p:spPr/>
        <p:txBody>
          <a:bodyPr/>
          <a:lstStyle/>
          <a:p>
            <a:fld id="{6AB49890-F879-4C5F-9D79-C629647BA96E}" type="slidenum">
              <a:rPr lang="fr-FR" smtClean="0"/>
              <a:t>‹N°›</a:t>
            </a:fld>
            <a:endParaRPr lang="fr-F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1048802" name="Titre 1"/>
          <p:cNvSpPr>
            <a:spLocks noGrp="1"/>
          </p:cNvSpPr>
          <p:nvPr>
            <p:ph type="title"/>
          </p:nvPr>
        </p:nvSpPr>
        <p:spPr/>
        <p:txBody>
          <a:bodyPr/>
          <a:lstStyle/>
          <a:p>
            <a:r>
              <a:rPr lang="fr-FR"/>
              <a:t>Modifiez le style du titre</a:t>
            </a:r>
          </a:p>
        </p:txBody>
      </p:sp>
      <p:sp>
        <p:nvSpPr>
          <p:cNvPr id="1048803" name="Espace réservé de la date 2"/>
          <p:cNvSpPr>
            <a:spLocks noGrp="1"/>
          </p:cNvSpPr>
          <p:nvPr>
            <p:ph type="dt" sz="half" idx="10"/>
          </p:nvPr>
        </p:nvSpPr>
        <p:spPr/>
        <p:txBody>
          <a:bodyPr/>
          <a:lstStyle/>
          <a:p>
            <a:endParaRPr lang="fr-FR"/>
          </a:p>
        </p:txBody>
      </p:sp>
      <p:sp>
        <p:nvSpPr>
          <p:cNvPr id="1048804" name="Espace réservé du pied de page 3"/>
          <p:cNvSpPr>
            <a:spLocks noGrp="1"/>
          </p:cNvSpPr>
          <p:nvPr>
            <p:ph type="ftr" sz="quarter" idx="11"/>
          </p:nvPr>
        </p:nvSpPr>
        <p:spPr/>
        <p:txBody>
          <a:bodyPr/>
          <a:lstStyle/>
          <a:p>
            <a:endParaRPr lang="fr-FR"/>
          </a:p>
        </p:txBody>
      </p:sp>
      <p:sp>
        <p:nvSpPr>
          <p:cNvPr id="1048805" name="Espace réservé du numéro de diapositive 4"/>
          <p:cNvSpPr>
            <a:spLocks noGrp="1"/>
          </p:cNvSpPr>
          <p:nvPr>
            <p:ph type="sldNum" sz="quarter" idx="12"/>
          </p:nvPr>
        </p:nvSpPr>
        <p:spPr/>
        <p:txBody>
          <a:bodyPr/>
          <a:lstStyle/>
          <a:p>
            <a:fld id="{6AB49890-F879-4C5F-9D79-C629647BA96E}" type="slidenum">
              <a:rPr lang="fr-FR" smtClean="0"/>
              <a:t>‹N°›</a:t>
            </a:fld>
            <a:endParaRPr lang="fr-F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1048833" name="Espace réservé de la date 1"/>
          <p:cNvSpPr>
            <a:spLocks noGrp="1"/>
          </p:cNvSpPr>
          <p:nvPr>
            <p:ph type="dt" sz="half" idx="10"/>
          </p:nvPr>
        </p:nvSpPr>
        <p:spPr/>
        <p:txBody>
          <a:bodyPr/>
          <a:lstStyle/>
          <a:p>
            <a:endParaRPr lang="fr-FR"/>
          </a:p>
        </p:txBody>
      </p:sp>
      <p:sp>
        <p:nvSpPr>
          <p:cNvPr id="1048834" name="Espace réservé du pied de page 2"/>
          <p:cNvSpPr>
            <a:spLocks noGrp="1"/>
          </p:cNvSpPr>
          <p:nvPr>
            <p:ph type="ftr" sz="quarter" idx="11"/>
          </p:nvPr>
        </p:nvSpPr>
        <p:spPr/>
        <p:txBody>
          <a:bodyPr/>
          <a:lstStyle/>
          <a:p>
            <a:endParaRPr lang="fr-FR"/>
          </a:p>
        </p:txBody>
      </p:sp>
      <p:sp>
        <p:nvSpPr>
          <p:cNvPr id="1048835" name="Espace réservé du numéro de diapositive 3"/>
          <p:cNvSpPr>
            <a:spLocks noGrp="1"/>
          </p:cNvSpPr>
          <p:nvPr>
            <p:ph type="sldNum" sz="quarter" idx="12"/>
          </p:nvPr>
        </p:nvSpPr>
        <p:spPr/>
        <p:txBody>
          <a:bodyPr/>
          <a:lstStyle/>
          <a:p>
            <a:fld id="{6AB49890-F879-4C5F-9D79-C629647BA96E}" type="slidenum">
              <a:rPr lang="fr-FR" smtClean="0"/>
              <a:t>‹N°›</a:t>
            </a:fld>
            <a:endParaRPr lang="fr-F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1048827" name="Titre 1"/>
          <p:cNvSpPr>
            <a:spLocks noGrp="1"/>
          </p:cNvSpPr>
          <p:nvPr>
            <p:ph type="title"/>
          </p:nvPr>
        </p:nvSpPr>
        <p:spPr>
          <a:xfrm>
            <a:off x="630238" y="342900"/>
            <a:ext cx="2949575" cy="1200150"/>
          </a:xfrm>
        </p:spPr>
        <p:txBody>
          <a:bodyPr anchor="b"/>
          <a:lstStyle>
            <a:lvl1pPr>
              <a:defRPr sz="3200"/>
            </a:lvl1pPr>
          </a:lstStyle>
          <a:p>
            <a:r>
              <a:rPr lang="fr-FR"/>
              <a:t>Modifiez le style du titre</a:t>
            </a:r>
          </a:p>
        </p:txBody>
      </p:sp>
      <p:sp>
        <p:nvSpPr>
          <p:cNvPr id="1048828" name="Espace réservé du contenu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829" name="Espace réservé du texte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1048830" name="Espace réservé de la date 4"/>
          <p:cNvSpPr>
            <a:spLocks noGrp="1"/>
          </p:cNvSpPr>
          <p:nvPr>
            <p:ph type="dt" sz="half" idx="10"/>
          </p:nvPr>
        </p:nvSpPr>
        <p:spPr/>
        <p:txBody>
          <a:bodyPr/>
          <a:lstStyle/>
          <a:p>
            <a:endParaRPr lang="fr-FR"/>
          </a:p>
        </p:txBody>
      </p:sp>
      <p:sp>
        <p:nvSpPr>
          <p:cNvPr id="1048831" name="Espace réservé du pied de page 5"/>
          <p:cNvSpPr>
            <a:spLocks noGrp="1"/>
          </p:cNvSpPr>
          <p:nvPr>
            <p:ph type="ftr" sz="quarter" idx="11"/>
          </p:nvPr>
        </p:nvSpPr>
        <p:spPr/>
        <p:txBody>
          <a:bodyPr/>
          <a:lstStyle/>
          <a:p>
            <a:endParaRPr lang="fr-FR"/>
          </a:p>
        </p:txBody>
      </p:sp>
      <p:sp>
        <p:nvSpPr>
          <p:cNvPr id="1048832" name="Espace réservé du numéro de diapositive 6"/>
          <p:cNvSpPr>
            <a:spLocks noGrp="1"/>
          </p:cNvSpPr>
          <p:nvPr>
            <p:ph type="sldNum" sz="quarter" idx="12"/>
          </p:nvPr>
        </p:nvSpPr>
        <p:spPr/>
        <p:txBody>
          <a:bodyPr/>
          <a:lstStyle/>
          <a:p>
            <a:fld id="{6AB49890-F879-4C5F-9D79-C629647BA96E}" type="slidenum">
              <a:rPr lang="fr-FR" smtClean="0"/>
              <a:t>‹N°›</a:t>
            </a:fld>
            <a:endParaRPr lang="fr-F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1048806" name="Titre 1"/>
          <p:cNvSpPr>
            <a:spLocks noGrp="1"/>
          </p:cNvSpPr>
          <p:nvPr>
            <p:ph type="title"/>
          </p:nvPr>
        </p:nvSpPr>
        <p:spPr>
          <a:xfrm>
            <a:off x="630238" y="342900"/>
            <a:ext cx="2949575" cy="1200150"/>
          </a:xfrm>
        </p:spPr>
        <p:txBody>
          <a:bodyPr anchor="b"/>
          <a:lstStyle>
            <a:lvl1pPr>
              <a:defRPr sz="3200"/>
            </a:lvl1pPr>
          </a:lstStyle>
          <a:p>
            <a:r>
              <a:rPr lang="fr-FR"/>
              <a:t>Modifiez le style du titre</a:t>
            </a:r>
          </a:p>
        </p:txBody>
      </p:sp>
      <p:sp>
        <p:nvSpPr>
          <p:cNvPr id="1048807" name="Espace réservé pour une image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1048808" name="Espace réservé du texte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1048809" name="Espace réservé de la date 4"/>
          <p:cNvSpPr>
            <a:spLocks noGrp="1"/>
          </p:cNvSpPr>
          <p:nvPr>
            <p:ph type="dt" sz="half" idx="10"/>
          </p:nvPr>
        </p:nvSpPr>
        <p:spPr/>
        <p:txBody>
          <a:bodyPr/>
          <a:lstStyle/>
          <a:p>
            <a:endParaRPr lang="fr-FR"/>
          </a:p>
        </p:txBody>
      </p:sp>
      <p:sp>
        <p:nvSpPr>
          <p:cNvPr id="1048810" name="Espace réservé du pied de page 5"/>
          <p:cNvSpPr>
            <a:spLocks noGrp="1"/>
          </p:cNvSpPr>
          <p:nvPr>
            <p:ph type="ftr" sz="quarter" idx="11"/>
          </p:nvPr>
        </p:nvSpPr>
        <p:spPr/>
        <p:txBody>
          <a:bodyPr/>
          <a:lstStyle/>
          <a:p>
            <a:endParaRPr lang="fr-FR"/>
          </a:p>
        </p:txBody>
      </p:sp>
      <p:sp>
        <p:nvSpPr>
          <p:cNvPr id="1048811" name="Espace réservé du numéro de diapositive 6"/>
          <p:cNvSpPr>
            <a:spLocks noGrp="1"/>
          </p:cNvSpPr>
          <p:nvPr>
            <p:ph type="sldNum" sz="quarter" idx="12"/>
          </p:nvPr>
        </p:nvSpPr>
        <p:spPr/>
        <p:txBody>
          <a:bodyPr/>
          <a:lstStyle/>
          <a:p>
            <a:fld id="{6AB49890-F879-4C5F-9D79-C629647BA96E}" type="slidenum">
              <a:rPr lang="fr-FR" smtClean="0"/>
              <a:t>‹N°›</a:t>
            </a:fld>
            <a:endParaRPr lang="fr-F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1048817" name="Titre 1"/>
          <p:cNvSpPr>
            <a:spLocks noGrp="1"/>
          </p:cNvSpPr>
          <p:nvPr>
            <p:ph type="title"/>
          </p:nvPr>
        </p:nvSpPr>
        <p:spPr/>
        <p:txBody>
          <a:bodyPr/>
          <a:lstStyle/>
          <a:p>
            <a:r>
              <a:rPr lang="fr-FR"/>
              <a:t>Modifiez le style du titre</a:t>
            </a:r>
          </a:p>
        </p:txBody>
      </p:sp>
      <p:sp>
        <p:nvSpPr>
          <p:cNvPr id="1048818"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819" name="Espace réservé de la date 3"/>
          <p:cNvSpPr>
            <a:spLocks noGrp="1"/>
          </p:cNvSpPr>
          <p:nvPr>
            <p:ph type="dt" sz="half" idx="10"/>
          </p:nvPr>
        </p:nvSpPr>
        <p:spPr/>
        <p:txBody>
          <a:bodyPr/>
          <a:lstStyle/>
          <a:p>
            <a:endParaRPr lang="fr-FR"/>
          </a:p>
        </p:txBody>
      </p:sp>
      <p:sp>
        <p:nvSpPr>
          <p:cNvPr id="1048820" name="Espace réservé du pied de page 4"/>
          <p:cNvSpPr>
            <a:spLocks noGrp="1"/>
          </p:cNvSpPr>
          <p:nvPr>
            <p:ph type="ftr" sz="quarter" idx="11"/>
          </p:nvPr>
        </p:nvSpPr>
        <p:spPr/>
        <p:txBody>
          <a:bodyPr/>
          <a:lstStyle/>
          <a:p>
            <a:endParaRPr lang="fr-FR"/>
          </a:p>
        </p:txBody>
      </p:sp>
      <p:sp>
        <p:nvSpPr>
          <p:cNvPr id="1048821" name="Espace réservé du numéro de diapositive 5"/>
          <p:cNvSpPr>
            <a:spLocks noGrp="1"/>
          </p:cNvSpPr>
          <p:nvPr>
            <p:ph type="sldNum" sz="quarter" idx="12"/>
          </p:nvPr>
        </p:nvSpPr>
        <p:spPr/>
        <p:txBody>
          <a:bodyPr/>
          <a:lstStyle/>
          <a:p>
            <a:fld id="{6AB49890-F879-4C5F-9D79-C629647BA96E}" type="slidenum">
              <a:rPr lang="fr-FR" smtClean="0"/>
              <a:t>‹N°›</a:t>
            </a:fld>
            <a:endParaRPr lang="fr-F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1048812" name="Titre vertical 1"/>
          <p:cNvSpPr>
            <a:spLocks noGrp="1"/>
          </p:cNvSpPr>
          <p:nvPr>
            <p:ph type="title" orient="vert"/>
          </p:nvPr>
        </p:nvSpPr>
        <p:spPr>
          <a:xfrm>
            <a:off x="6543675" y="274638"/>
            <a:ext cx="1971675" cy="4357687"/>
          </a:xfrm>
        </p:spPr>
        <p:txBody>
          <a:bodyPr vert="eaVert"/>
          <a:lstStyle/>
          <a:p>
            <a:r>
              <a:rPr lang="fr-FR"/>
              <a:t>Modifiez le style du titre</a:t>
            </a:r>
          </a:p>
        </p:txBody>
      </p:sp>
      <p:sp>
        <p:nvSpPr>
          <p:cNvPr id="1048813" name="Espace réservé du texte vertical 2"/>
          <p:cNvSpPr>
            <a:spLocks noGrp="1"/>
          </p:cNvSpPr>
          <p:nvPr>
            <p:ph type="body" orient="vert" idx="1"/>
          </p:nvPr>
        </p:nvSpPr>
        <p:spPr>
          <a:xfrm>
            <a:off x="628650" y="274638"/>
            <a:ext cx="5762625" cy="4357687"/>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814" name="Espace réservé de la date 3"/>
          <p:cNvSpPr>
            <a:spLocks noGrp="1"/>
          </p:cNvSpPr>
          <p:nvPr>
            <p:ph type="dt" sz="half" idx="10"/>
          </p:nvPr>
        </p:nvSpPr>
        <p:spPr/>
        <p:txBody>
          <a:bodyPr/>
          <a:lstStyle/>
          <a:p>
            <a:endParaRPr lang="fr-FR"/>
          </a:p>
        </p:txBody>
      </p:sp>
      <p:sp>
        <p:nvSpPr>
          <p:cNvPr id="1048815" name="Espace réservé du pied de page 4"/>
          <p:cNvSpPr>
            <a:spLocks noGrp="1"/>
          </p:cNvSpPr>
          <p:nvPr>
            <p:ph type="ftr" sz="quarter" idx="11"/>
          </p:nvPr>
        </p:nvSpPr>
        <p:spPr/>
        <p:txBody>
          <a:bodyPr/>
          <a:lstStyle/>
          <a:p>
            <a:endParaRPr lang="fr-FR"/>
          </a:p>
        </p:txBody>
      </p:sp>
      <p:sp>
        <p:nvSpPr>
          <p:cNvPr id="1048816" name="Espace réservé du numéro de diapositive 5"/>
          <p:cNvSpPr>
            <a:spLocks noGrp="1"/>
          </p:cNvSpPr>
          <p:nvPr>
            <p:ph type="sldNum" sz="quarter" idx="12"/>
          </p:nvPr>
        </p:nvSpPr>
        <p:spPr/>
        <p:txBody>
          <a:bodyPr/>
          <a:lstStyle/>
          <a:p>
            <a:fld id="{6AB49890-F879-4C5F-9D79-C629647BA96E}" type="slidenum">
              <a:rPr lang="fr-FR" smtClean="0"/>
              <a:t>‹N°›</a:t>
            </a:fld>
            <a:endParaRPr lang="fr-F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1048871" name="Titre 1"/>
          <p:cNvSpPr>
            <a:spLocks noGrp="1"/>
          </p:cNvSpPr>
          <p:nvPr>
            <p:ph type="ctrTitle"/>
          </p:nvPr>
        </p:nvSpPr>
        <p:spPr>
          <a:xfrm>
            <a:off x="1143000" y="841375"/>
            <a:ext cx="6858000" cy="1790700"/>
          </a:xfrm>
        </p:spPr>
        <p:txBody>
          <a:bodyPr anchor="b"/>
          <a:lstStyle>
            <a:lvl1pPr algn="ctr">
              <a:defRPr sz="6000"/>
            </a:lvl1pPr>
          </a:lstStyle>
          <a:p>
            <a:r>
              <a:rPr lang="fr-FR"/>
              <a:t>Modifiez le style du titre</a:t>
            </a:r>
          </a:p>
        </p:txBody>
      </p:sp>
      <p:sp>
        <p:nvSpPr>
          <p:cNvPr id="1048872" name="Sous-titr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1048873" name="Espace réservé de la date 3"/>
          <p:cNvSpPr>
            <a:spLocks noGrp="1"/>
          </p:cNvSpPr>
          <p:nvPr>
            <p:ph type="dt" sz="half" idx="10"/>
          </p:nvPr>
        </p:nvSpPr>
        <p:spPr/>
        <p:txBody>
          <a:bodyPr/>
          <a:lstStyle/>
          <a:p>
            <a:endParaRPr lang="fr-FR"/>
          </a:p>
        </p:txBody>
      </p:sp>
      <p:sp>
        <p:nvSpPr>
          <p:cNvPr id="1048874" name="Espace réservé du pied de page 4"/>
          <p:cNvSpPr>
            <a:spLocks noGrp="1"/>
          </p:cNvSpPr>
          <p:nvPr>
            <p:ph type="ftr" sz="quarter" idx="11"/>
          </p:nvPr>
        </p:nvSpPr>
        <p:spPr/>
        <p:txBody>
          <a:bodyPr/>
          <a:lstStyle/>
          <a:p>
            <a:endParaRPr lang="fr-FR"/>
          </a:p>
        </p:txBody>
      </p:sp>
      <p:sp>
        <p:nvSpPr>
          <p:cNvPr id="1048875" name="Espace réservé du numéro de diapositive 5"/>
          <p:cNvSpPr>
            <a:spLocks noGrp="1"/>
          </p:cNvSpPr>
          <p:nvPr>
            <p:ph type="sldNum" sz="quarter" idx="12"/>
          </p:nvPr>
        </p:nvSpPr>
        <p:spPr/>
        <p:txBody>
          <a:bodyPr/>
          <a:lstStyle/>
          <a:p>
            <a:fld id="{598693EB-DA33-4D96-A609-A75D70128E40}" type="slidenum">
              <a:rPr lang="fr-FR" smtClean="0"/>
              <a:t>‹N°›</a:t>
            </a:fld>
            <a:endParaRPr lang="fr-F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1048880" name="Titre 1"/>
          <p:cNvSpPr>
            <a:spLocks noGrp="1"/>
          </p:cNvSpPr>
          <p:nvPr>
            <p:ph type="title"/>
          </p:nvPr>
        </p:nvSpPr>
        <p:spPr/>
        <p:txBody>
          <a:bodyPr/>
          <a:lstStyle/>
          <a:p>
            <a:r>
              <a:rPr lang="fr-FR"/>
              <a:t>Modifiez le style du titre</a:t>
            </a:r>
          </a:p>
        </p:txBody>
      </p:sp>
      <p:sp>
        <p:nvSpPr>
          <p:cNvPr id="1048881"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882" name="Espace réservé de la date 3"/>
          <p:cNvSpPr>
            <a:spLocks noGrp="1"/>
          </p:cNvSpPr>
          <p:nvPr>
            <p:ph type="dt" sz="half" idx="10"/>
          </p:nvPr>
        </p:nvSpPr>
        <p:spPr/>
        <p:txBody>
          <a:bodyPr/>
          <a:lstStyle/>
          <a:p>
            <a:endParaRPr lang="fr-FR"/>
          </a:p>
        </p:txBody>
      </p:sp>
      <p:sp>
        <p:nvSpPr>
          <p:cNvPr id="1048883" name="Espace réservé du pied de page 4"/>
          <p:cNvSpPr>
            <a:spLocks noGrp="1"/>
          </p:cNvSpPr>
          <p:nvPr>
            <p:ph type="ftr" sz="quarter" idx="11"/>
          </p:nvPr>
        </p:nvSpPr>
        <p:spPr/>
        <p:txBody>
          <a:bodyPr/>
          <a:lstStyle/>
          <a:p>
            <a:endParaRPr lang="fr-FR"/>
          </a:p>
        </p:txBody>
      </p:sp>
      <p:sp>
        <p:nvSpPr>
          <p:cNvPr id="1048884" name="Espace réservé du numéro de diapositive 5"/>
          <p:cNvSpPr>
            <a:spLocks noGrp="1"/>
          </p:cNvSpPr>
          <p:nvPr>
            <p:ph type="sldNum" sz="quarter" idx="12"/>
          </p:nvPr>
        </p:nvSpPr>
        <p:spPr/>
        <p:txBody>
          <a:bodyPr/>
          <a:lstStyle/>
          <a:p>
            <a:fld id="{598693EB-DA33-4D96-A609-A75D70128E40}" type="slidenum">
              <a:rPr lang="fr-FR" smtClean="0"/>
              <a:t>‹N°›</a:t>
            </a:fld>
            <a:endParaRPr lang="fr-F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1048885" name="Titre 1"/>
          <p:cNvSpPr>
            <a:spLocks noGrp="1"/>
          </p:cNvSpPr>
          <p:nvPr>
            <p:ph type="title"/>
          </p:nvPr>
        </p:nvSpPr>
        <p:spPr>
          <a:xfrm>
            <a:off x="623888" y="1282700"/>
            <a:ext cx="7886700" cy="2139950"/>
          </a:xfrm>
        </p:spPr>
        <p:txBody>
          <a:bodyPr anchor="b"/>
          <a:lstStyle>
            <a:lvl1pPr>
              <a:defRPr sz="6000"/>
            </a:lvl1pPr>
          </a:lstStyle>
          <a:p>
            <a:r>
              <a:rPr lang="fr-FR"/>
              <a:t>Modifiez le style du titre</a:t>
            </a:r>
          </a:p>
        </p:txBody>
      </p:sp>
      <p:sp>
        <p:nvSpPr>
          <p:cNvPr id="1048886" name="Espace réservé du texte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1048887" name="Espace réservé de la date 3"/>
          <p:cNvSpPr>
            <a:spLocks noGrp="1"/>
          </p:cNvSpPr>
          <p:nvPr>
            <p:ph type="dt" sz="half" idx="10"/>
          </p:nvPr>
        </p:nvSpPr>
        <p:spPr/>
        <p:txBody>
          <a:bodyPr/>
          <a:lstStyle/>
          <a:p>
            <a:endParaRPr lang="fr-FR"/>
          </a:p>
        </p:txBody>
      </p:sp>
      <p:sp>
        <p:nvSpPr>
          <p:cNvPr id="1048888" name="Espace réservé du pied de page 4"/>
          <p:cNvSpPr>
            <a:spLocks noGrp="1"/>
          </p:cNvSpPr>
          <p:nvPr>
            <p:ph type="ftr" sz="quarter" idx="11"/>
          </p:nvPr>
        </p:nvSpPr>
        <p:spPr/>
        <p:txBody>
          <a:bodyPr/>
          <a:lstStyle/>
          <a:p>
            <a:endParaRPr lang="fr-FR"/>
          </a:p>
        </p:txBody>
      </p:sp>
      <p:sp>
        <p:nvSpPr>
          <p:cNvPr id="1048889" name="Espace réservé du numéro de diapositive 5"/>
          <p:cNvSpPr>
            <a:spLocks noGrp="1"/>
          </p:cNvSpPr>
          <p:nvPr>
            <p:ph type="sldNum" sz="quarter" idx="12"/>
          </p:nvPr>
        </p:nvSpPr>
        <p:spPr/>
        <p:txBody>
          <a:bodyPr/>
          <a:lstStyle/>
          <a:p>
            <a:fld id="{598693EB-DA33-4D96-A609-A75D70128E40}" type="slidenum">
              <a:rPr lang="fr-FR" smtClean="0"/>
              <a:t>‹N°›</a:t>
            </a:fld>
            <a:endParaRPr lang="fr-F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1048905" name="Titre 1"/>
          <p:cNvSpPr>
            <a:spLocks noGrp="1"/>
          </p:cNvSpPr>
          <p:nvPr>
            <p:ph type="title"/>
          </p:nvPr>
        </p:nvSpPr>
        <p:spPr/>
        <p:txBody>
          <a:bodyPr/>
          <a:lstStyle/>
          <a:p>
            <a:r>
              <a:rPr lang="fr-FR"/>
              <a:t>Modifiez le style du titre</a:t>
            </a:r>
          </a:p>
        </p:txBody>
      </p:sp>
      <p:sp>
        <p:nvSpPr>
          <p:cNvPr id="1048906" name="Espace réservé du contenu 2"/>
          <p:cNvSpPr>
            <a:spLocks noGrp="1"/>
          </p:cNvSpPr>
          <p:nvPr>
            <p:ph sz="half" idx="1"/>
          </p:nvPr>
        </p:nvSpPr>
        <p:spPr>
          <a:xfrm>
            <a:off x="628650" y="1370013"/>
            <a:ext cx="3867150" cy="3262312"/>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907" name="Espace réservé du contenu 3"/>
          <p:cNvSpPr>
            <a:spLocks noGrp="1"/>
          </p:cNvSpPr>
          <p:nvPr>
            <p:ph sz="half" idx="2"/>
          </p:nvPr>
        </p:nvSpPr>
        <p:spPr>
          <a:xfrm>
            <a:off x="4648200" y="1370013"/>
            <a:ext cx="3867150" cy="3262312"/>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908" name="Espace réservé de la date 4"/>
          <p:cNvSpPr>
            <a:spLocks noGrp="1"/>
          </p:cNvSpPr>
          <p:nvPr>
            <p:ph type="dt" sz="half" idx="10"/>
          </p:nvPr>
        </p:nvSpPr>
        <p:spPr/>
        <p:txBody>
          <a:bodyPr/>
          <a:lstStyle/>
          <a:p>
            <a:endParaRPr lang="fr-FR"/>
          </a:p>
        </p:txBody>
      </p:sp>
      <p:sp>
        <p:nvSpPr>
          <p:cNvPr id="1048909" name="Espace réservé du pied de page 5"/>
          <p:cNvSpPr>
            <a:spLocks noGrp="1"/>
          </p:cNvSpPr>
          <p:nvPr>
            <p:ph type="ftr" sz="quarter" idx="11"/>
          </p:nvPr>
        </p:nvSpPr>
        <p:spPr/>
        <p:txBody>
          <a:bodyPr/>
          <a:lstStyle/>
          <a:p>
            <a:endParaRPr lang="fr-FR"/>
          </a:p>
        </p:txBody>
      </p:sp>
      <p:sp>
        <p:nvSpPr>
          <p:cNvPr id="1048910" name="Espace réservé du numéro de diapositive 6"/>
          <p:cNvSpPr>
            <a:spLocks noGrp="1"/>
          </p:cNvSpPr>
          <p:nvPr>
            <p:ph type="sldNum" sz="quarter" idx="12"/>
          </p:nvPr>
        </p:nvSpPr>
        <p:spPr/>
        <p:txBody>
          <a:bodyPr/>
          <a:lstStyle/>
          <a:p>
            <a:fld id="{598693EB-DA33-4D96-A609-A75D70128E40}" type="slidenum">
              <a:rPr lang="fr-FR" smtClean="0"/>
              <a:t>‹N°›</a:t>
            </a:fld>
            <a:endParaRPr lang="fr-F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48911" name="Titre 1"/>
          <p:cNvSpPr>
            <a:spLocks noGrp="1"/>
          </p:cNvSpPr>
          <p:nvPr>
            <p:ph type="title"/>
          </p:nvPr>
        </p:nvSpPr>
        <p:spPr>
          <a:xfrm>
            <a:off x="630238" y="274638"/>
            <a:ext cx="7886700" cy="993775"/>
          </a:xfrm>
        </p:spPr>
        <p:txBody>
          <a:bodyPr/>
          <a:lstStyle/>
          <a:p>
            <a:r>
              <a:rPr lang="fr-FR"/>
              <a:t>Modifiez le style du titre</a:t>
            </a:r>
          </a:p>
        </p:txBody>
      </p:sp>
      <p:sp>
        <p:nvSpPr>
          <p:cNvPr id="1048912" name="Espace réservé du texte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048913" name="Espace réservé du contenu 3"/>
          <p:cNvSpPr>
            <a:spLocks noGrp="1"/>
          </p:cNvSpPr>
          <p:nvPr>
            <p:ph sz="half" idx="2"/>
          </p:nvPr>
        </p:nvSpPr>
        <p:spPr>
          <a:xfrm>
            <a:off x="630238" y="1879600"/>
            <a:ext cx="3868737" cy="276225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914" name="Espace réservé du texte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048915" name="Espace réservé du contenu 5"/>
          <p:cNvSpPr>
            <a:spLocks noGrp="1"/>
          </p:cNvSpPr>
          <p:nvPr>
            <p:ph sz="quarter" idx="4"/>
          </p:nvPr>
        </p:nvSpPr>
        <p:spPr>
          <a:xfrm>
            <a:off x="4629150" y="1879600"/>
            <a:ext cx="3887788" cy="276225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916" name="Espace réservé de la date 6"/>
          <p:cNvSpPr>
            <a:spLocks noGrp="1"/>
          </p:cNvSpPr>
          <p:nvPr>
            <p:ph type="dt" sz="half" idx="10"/>
          </p:nvPr>
        </p:nvSpPr>
        <p:spPr/>
        <p:txBody>
          <a:bodyPr/>
          <a:lstStyle/>
          <a:p>
            <a:endParaRPr lang="fr-FR"/>
          </a:p>
        </p:txBody>
      </p:sp>
      <p:sp>
        <p:nvSpPr>
          <p:cNvPr id="1048917" name="Espace réservé du pied de page 7"/>
          <p:cNvSpPr>
            <a:spLocks noGrp="1"/>
          </p:cNvSpPr>
          <p:nvPr>
            <p:ph type="ftr" sz="quarter" idx="11"/>
          </p:nvPr>
        </p:nvSpPr>
        <p:spPr/>
        <p:txBody>
          <a:bodyPr/>
          <a:lstStyle/>
          <a:p>
            <a:endParaRPr lang="fr-FR"/>
          </a:p>
        </p:txBody>
      </p:sp>
      <p:sp>
        <p:nvSpPr>
          <p:cNvPr id="1048918" name="Espace réservé du numéro de diapositive 8"/>
          <p:cNvSpPr>
            <a:spLocks noGrp="1"/>
          </p:cNvSpPr>
          <p:nvPr>
            <p:ph type="sldNum" sz="quarter" idx="12"/>
          </p:nvPr>
        </p:nvSpPr>
        <p:spPr/>
        <p:txBody>
          <a:bodyPr/>
          <a:lstStyle/>
          <a:p>
            <a:fld id="{598693EB-DA33-4D96-A609-A75D70128E40}" type="slidenum">
              <a:rPr lang="fr-FR" smtClean="0"/>
              <a:t>‹N°›</a:t>
            </a:fld>
            <a:endParaRPr lang="fr-F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1048857" name="Titre 1"/>
          <p:cNvSpPr>
            <a:spLocks noGrp="1"/>
          </p:cNvSpPr>
          <p:nvPr>
            <p:ph type="title"/>
          </p:nvPr>
        </p:nvSpPr>
        <p:spPr/>
        <p:txBody>
          <a:bodyPr/>
          <a:lstStyle/>
          <a:p>
            <a:r>
              <a:rPr lang="fr-FR"/>
              <a:t>Modifiez le style du titre</a:t>
            </a:r>
          </a:p>
        </p:txBody>
      </p:sp>
      <p:sp>
        <p:nvSpPr>
          <p:cNvPr id="1048858" name="Espace réservé de la date 2"/>
          <p:cNvSpPr>
            <a:spLocks noGrp="1"/>
          </p:cNvSpPr>
          <p:nvPr>
            <p:ph type="dt" sz="half" idx="10"/>
          </p:nvPr>
        </p:nvSpPr>
        <p:spPr/>
        <p:txBody>
          <a:bodyPr/>
          <a:lstStyle/>
          <a:p>
            <a:endParaRPr lang="fr-FR"/>
          </a:p>
        </p:txBody>
      </p:sp>
      <p:sp>
        <p:nvSpPr>
          <p:cNvPr id="1048859" name="Espace réservé du pied de page 3"/>
          <p:cNvSpPr>
            <a:spLocks noGrp="1"/>
          </p:cNvSpPr>
          <p:nvPr>
            <p:ph type="ftr" sz="quarter" idx="11"/>
          </p:nvPr>
        </p:nvSpPr>
        <p:spPr/>
        <p:txBody>
          <a:bodyPr/>
          <a:lstStyle/>
          <a:p>
            <a:endParaRPr lang="fr-FR"/>
          </a:p>
        </p:txBody>
      </p:sp>
      <p:sp>
        <p:nvSpPr>
          <p:cNvPr id="1048860" name="Espace réservé du numéro de diapositive 4"/>
          <p:cNvSpPr>
            <a:spLocks noGrp="1"/>
          </p:cNvSpPr>
          <p:nvPr>
            <p:ph type="sldNum" sz="quarter" idx="12"/>
          </p:nvPr>
        </p:nvSpPr>
        <p:spPr/>
        <p:txBody>
          <a:bodyPr/>
          <a:lstStyle/>
          <a:p>
            <a:fld id="{598693EB-DA33-4D96-A609-A75D70128E40}" type="slidenum">
              <a:rPr lang="fr-FR" smtClean="0"/>
              <a:t>‹N°›</a:t>
            </a:fld>
            <a:endParaRPr lang="fr-F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1048902" name="Espace réservé de la date 1"/>
          <p:cNvSpPr>
            <a:spLocks noGrp="1"/>
          </p:cNvSpPr>
          <p:nvPr>
            <p:ph type="dt" sz="half" idx="10"/>
          </p:nvPr>
        </p:nvSpPr>
        <p:spPr/>
        <p:txBody>
          <a:bodyPr/>
          <a:lstStyle/>
          <a:p>
            <a:endParaRPr lang="fr-FR"/>
          </a:p>
        </p:txBody>
      </p:sp>
      <p:sp>
        <p:nvSpPr>
          <p:cNvPr id="1048903" name="Espace réservé du pied de page 2"/>
          <p:cNvSpPr>
            <a:spLocks noGrp="1"/>
          </p:cNvSpPr>
          <p:nvPr>
            <p:ph type="ftr" sz="quarter" idx="11"/>
          </p:nvPr>
        </p:nvSpPr>
        <p:spPr/>
        <p:txBody>
          <a:bodyPr/>
          <a:lstStyle/>
          <a:p>
            <a:endParaRPr lang="fr-FR"/>
          </a:p>
        </p:txBody>
      </p:sp>
      <p:sp>
        <p:nvSpPr>
          <p:cNvPr id="1048904" name="Espace réservé du numéro de diapositive 3"/>
          <p:cNvSpPr>
            <a:spLocks noGrp="1"/>
          </p:cNvSpPr>
          <p:nvPr>
            <p:ph type="sldNum" sz="quarter" idx="12"/>
          </p:nvPr>
        </p:nvSpPr>
        <p:spPr/>
        <p:txBody>
          <a:bodyPr/>
          <a:lstStyle/>
          <a:p>
            <a:fld id="{598693EB-DA33-4D96-A609-A75D70128E40}" type="slidenum">
              <a:rPr lang="fr-FR" smtClean="0"/>
              <a:t>‹N°›</a:t>
            </a:fld>
            <a:endParaRPr lang="fr-F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1048890" name="Titre 1"/>
          <p:cNvSpPr>
            <a:spLocks noGrp="1"/>
          </p:cNvSpPr>
          <p:nvPr>
            <p:ph type="title"/>
          </p:nvPr>
        </p:nvSpPr>
        <p:spPr>
          <a:xfrm>
            <a:off x="630238" y="342900"/>
            <a:ext cx="2949575" cy="1200150"/>
          </a:xfrm>
        </p:spPr>
        <p:txBody>
          <a:bodyPr anchor="b"/>
          <a:lstStyle>
            <a:lvl1pPr>
              <a:defRPr sz="3200"/>
            </a:lvl1pPr>
          </a:lstStyle>
          <a:p>
            <a:r>
              <a:rPr lang="fr-FR"/>
              <a:t>Modifiez le style du titre</a:t>
            </a:r>
          </a:p>
        </p:txBody>
      </p:sp>
      <p:sp>
        <p:nvSpPr>
          <p:cNvPr id="1048891" name="Espace réservé du contenu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892" name="Espace réservé du texte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1048893" name="Espace réservé de la date 4"/>
          <p:cNvSpPr>
            <a:spLocks noGrp="1"/>
          </p:cNvSpPr>
          <p:nvPr>
            <p:ph type="dt" sz="half" idx="10"/>
          </p:nvPr>
        </p:nvSpPr>
        <p:spPr/>
        <p:txBody>
          <a:bodyPr/>
          <a:lstStyle/>
          <a:p>
            <a:endParaRPr lang="fr-FR"/>
          </a:p>
        </p:txBody>
      </p:sp>
      <p:sp>
        <p:nvSpPr>
          <p:cNvPr id="1048894" name="Espace réservé du pied de page 5"/>
          <p:cNvSpPr>
            <a:spLocks noGrp="1"/>
          </p:cNvSpPr>
          <p:nvPr>
            <p:ph type="ftr" sz="quarter" idx="11"/>
          </p:nvPr>
        </p:nvSpPr>
        <p:spPr/>
        <p:txBody>
          <a:bodyPr/>
          <a:lstStyle/>
          <a:p>
            <a:endParaRPr lang="fr-FR"/>
          </a:p>
        </p:txBody>
      </p:sp>
      <p:sp>
        <p:nvSpPr>
          <p:cNvPr id="1048895" name="Espace réservé du numéro de diapositive 6"/>
          <p:cNvSpPr>
            <a:spLocks noGrp="1"/>
          </p:cNvSpPr>
          <p:nvPr>
            <p:ph type="sldNum" sz="quarter" idx="12"/>
          </p:nvPr>
        </p:nvSpPr>
        <p:spPr/>
        <p:txBody>
          <a:bodyPr/>
          <a:lstStyle/>
          <a:p>
            <a:fld id="{598693EB-DA33-4D96-A609-A75D70128E40}" type="slidenum">
              <a:rPr lang="fr-FR" smtClean="0"/>
              <a:t>‹N°›</a:t>
            </a:fld>
            <a:endParaRPr lang="fr-F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1048896" name="Titre 1"/>
          <p:cNvSpPr>
            <a:spLocks noGrp="1"/>
          </p:cNvSpPr>
          <p:nvPr>
            <p:ph type="title"/>
          </p:nvPr>
        </p:nvSpPr>
        <p:spPr>
          <a:xfrm>
            <a:off x="630238" y="342900"/>
            <a:ext cx="2949575" cy="1200150"/>
          </a:xfrm>
        </p:spPr>
        <p:txBody>
          <a:bodyPr anchor="b"/>
          <a:lstStyle>
            <a:lvl1pPr>
              <a:defRPr sz="3200"/>
            </a:lvl1pPr>
          </a:lstStyle>
          <a:p>
            <a:r>
              <a:rPr lang="fr-FR"/>
              <a:t>Modifiez le style du titre</a:t>
            </a:r>
          </a:p>
        </p:txBody>
      </p:sp>
      <p:sp>
        <p:nvSpPr>
          <p:cNvPr id="1048897" name="Espace réservé pour une image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1048898" name="Espace réservé du texte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1048899" name="Espace réservé de la date 4"/>
          <p:cNvSpPr>
            <a:spLocks noGrp="1"/>
          </p:cNvSpPr>
          <p:nvPr>
            <p:ph type="dt" sz="half" idx="10"/>
          </p:nvPr>
        </p:nvSpPr>
        <p:spPr/>
        <p:txBody>
          <a:bodyPr/>
          <a:lstStyle/>
          <a:p>
            <a:endParaRPr lang="fr-FR"/>
          </a:p>
        </p:txBody>
      </p:sp>
      <p:sp>
        <p:nvSpPr>
          <p:cNvPr id="1048900" name="Espace réservé du pied de page 5"/>
          <p:cNvSpPr>
            <a:spLocks noGrp="1"/>
          </p:cNvSpPr>
          <p:nvPr>
            <p:ph type="ftr" sz="quarter" idx="11"/>
          </p:nvPr>
        </p:nvSpPr>
        <p:spPr/>
        <p:txBody>
          <a:bodyPr/>
          <a:lstStyle/>
          <a:p>
            <a:endParaRPr lang="fr-FR"/>
          </a:p>
        </p:txBody>
      </p:sp>
      <p:sp>
        <p:nvSpPr>
          <p:cNvPr id="1048901" name="Espace réservé du numéro de diapositive 6"/>
          <p:cNvSpPr>
            <a:spLocks noGrp="1"/>
          </p:cNvSpPr>
          <p:nvPr>
            <p:ph type="sldNum" sz="quarter" idx="12"/>
          </p:nvPr>
        </p:nvSpPr>
        <p:spPr/>
        <p:txBody>
          <a:bodyPr/>
          <a:lstStyle/>
          <a:p>
            <a:fld id="{598693EB-DA33-4D96-A609-A75D70128E40}" type="slidenum">
              <a:rPr lang="fr-FR" smtClean="0"/>
              <a:t>‹N°›</a:t>
            </a:fld>
            <a:endParaRPr lang="fr-F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1048866" name="Titre 1"/>
          <p:cNvSpPr>
            <a:spLocks noGrp="1"/>
          </p:cNvSpPr>
          <p:nvPr>
            <p:ph type="title"/>
          </p:nvPr>
        </p:nvSpPr>
        <p:spPr/>
        <p:txBody>
          <a:bodyPr/>
          <a:lstStyle/>
          <a:p>
            <a:r>
              <a:rPr lang="fr-FR"/>
              <a:t>Modifiez le style du titre</a:t>
            </a:r>
          </a:p>
        </p:txBody>
      </p:sp>
      <p:sp>
        <p:nvSpPr>
          <p:cNvPr id="1048867"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868" name="Espace réservé de la date 3"/>
          <p:cNvSpPr>
            <a:spLocks noGrp="1"/>
          </p:cNvSpPr>
          <p:nvPr>
            <p:ph type="dt" sz="half" idx="10"/>
          </p:nvPr>
        </p:nvSpPr>
        <p:spPr/>
        <p:txBody>
          <a:bodyPr/>
          <a:lstStyle/>
          <a:p>
            <a:endParaRPr lang="fr-FR"/>
          </a:p>
        </p:txBody>
      </p:sp>
      <p:sp>
        <p:nvSpPr>
          <p:cNvPr id="1048869" name="Espace réservé du pied de page 4"/>
          <p:cNvSpPr>
            <a:spLocks noGrp="1"/>
          </p:cNvSpPr>
          <p:nvPr>
            <p:ph type="ftr" sz="quarter" idx="11"/>
          </p:nvPr>
        </p:nvSpPr>
        <p:spPr/>
        <p:txBody>
          <a:bodyPr/>
          <a:lstStyle/>
          <a:p>
            <a:endParaRPr lang="fr-FR"/>
          </a:p>
        </p:txBody>
      </p:sp>
      <p:sp>
        <p:nvSpPr>
          <p:cNvPr id="1048870" name="Espace réservé du numéro de diapositive 5"/>
          <p:cNvSpPr>
            <a:spLocks noGrp="1"/>
          </p:cNvSpPr>
          <p:nvPr>
            <p:ph type="sldNum" sz="quarter" idx="12"/>
          </p:nvPr>
        </p:nvSpPr>
        <p:spPr/>
        <p:txBody>
          <a:bodyPr/>
          <a:lstStyle/>
          <a:p>
            <a:fld id="{598693EB-DA33-4D96-A609-A75D70128E40}" type="slidenum">
              <a:rPr lang="fr-FR" smtClean="0"/>
              <a:t>‹N°›</a:t>
            </a:fld>
            <a:endParaRPr lang="fr-F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1048861" name="Titre vertical 1"/>
          <p:cNvSpPr>
            <a:spLocks noGrp="1"/>
          </p:cNvSpPr>
          <p:nvPr>
            <p:ph type="title" orient="vert"/>
          </p:nvPr>
        </p:nvSpPr>
        <p:spPr>
          <a:xfrm>
            <a:off x="6543675" y="274638"/>
            <a:ext cx="1971675" cy="4357687"/>
          </a:xfrm>
        </p:spPr>
        <p:txBody>
          <a:bodyPr vert="eaVert"/>
          <a:lstStyle/>
          <a:p>
            <a:r>
              <a:rPr lang="fr-FR"/>
              <a:t>Modifiez le style du titre</a:t>
            </a:r>
          </a:p>
        </p:txBody>
      </p:sp>
      <p:sp>
        <p:nvSpPr>
          <p:cNvPr id="1048862" name="Espace réservé du texte vertical 2"/>
          <p:cNvSpPr>
            <a:spLocks noGrp="1"/>
          </p:cNvSpPr>
          <p:nvPr>
            <p:ph type="body" orient="vert" idx="1"/>
          </p:nvPr>
        </p:nvSpPr>
        <p:spPr>
          <a:xfrm>
            <a:off x="628650" y="274638"/>
            <a:ext cx="5762625" cy="4357687"/>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863" name="Espace réservé de la date 3"/>
          <p:cNvSpPr>
            <a:spLocks noGrp="1"/>
          </p:cNvSpPr>
          <p:nvPr>
            <p:ph type="dt" sz="half" idx="10"/>
          </p:nvPr>
        </p:nvSpPr>
        <p:spPr/>
        <p:txBody>
          <a:bodyPr/>
          <a:lstStyle/>
          <a:p>
            <a:endParaRPr lang="fr-FR"/>
          </a:p>
        </p:txBody>
      </p:sp>
      <p:sp>
        <p:nvSpPr>
          <p:cNvPr id="1048864" name="Espace réservé du pied de page 4"/>
          <p:cNvSpPr>
            <a:spLocks noGrp="1"/>
          </p:cNvSpPr>
          <p:nvPr>
            <p:ph type="ftr" sz="quarter" idx="11"/>
          </p:nvPr>
        </p:nvSpPr>
        <p:spPr/>
        <p:txBody>
          <a:bodyPr/>
          <a:lstStyle/>
          <a:p>
            <a:endParaRPr lang="fr-FR"/>
          </a:p>
        </p:txBody>
      </p:sp>
      <p:sp>
        <p:nvSpPr>
          <p:cNvPr id="1048865" name="Espace réservé du numéro de diapositive 5"/>
          <p:cNvSpPr>
            <a:spLocks noGrp="1"/>
          </p:cNvSpPr>
          <p:nvPr>
            <p:ph type="sldNum" sz="quarter" idx="12"/>
          </p:nvPr>
        </p:nvSpPr>
        <p:spPr/>
        <p:txBody>
          <a:bodyPr/>
          <a:lstStyle/>
          <a:p>
            <a:fld id="{598693EB-DA33-4D96-A609-A75D70128E40}" type="slidenum">
              <a:rPr lang="fr-FR" smtClean="0"/>
              <a:t>‹N°›</a:t>
            </a:fld>
            <a:endParaRPr lang="fr-F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1048876" name="Titre 1"/>
          <p:cNvSpPr>
            <a:spLocks noGrp="1"/>
          </p:cNvSpPr>
          <p:nvPr>
            <p:ph type="title"/>
          </p:nvPr>
        </p:nvSpPr>
        <p:spPr/>
        <p:txBody>
          <a:bodyPr/>
          <a:lstStyle/>
          <a:p>
            <a:r>
              <a:rPr lang="fr-FR"/>
              <a:t>Modifiez le style du titre</a:t>
            </a:r>
          </a:p>
        </p:txBody>
      </p:sp>
      <p:sp>
        <p:nvSpPr>
          <p:cNvPr id="1048877" name="Espace réservé de la date 2"/>
          <p:cNvSpPr>
            <a:spLocks noGrp="1"/>
          </p:cNvSpPr>
          <p:nvPr>
            <p:ph type="dt" sz="half" idx="10"/>
          </p:nvPr>
        </p:nvSpPr>
        <p:spPr/>
        <p:txBody>
          <a:bodyPr/>
          <a:lstStyle/>
          <a:p>
            <a:endParaRPr lang="fr-FR"/>
          </a:p>
        </p:txBody>
      </p:sp>
      <p:sp>
        <p:nvSpPr>
          <p:cNvPr id="1048878" name="Espace réservé du pied de page 3"/>
          <p:cNvSpPr>
            <a:spLocks noGrp="1"/>
          </p:cNvSpPr>
          <p:nvPr>
            <p:ph type="ftr" sz="quarter" idx="11"/>
          </p:nvPr>
        </p:nvSpPr>
        <p:spPr/>
        <p:txBody>
          <a:bodyPr/>
          <a:lstStyle/>
          <a:p>
            <a:endParaRPr lang="fr-FR"/>
          </a:p>
        </p:txBody>
      </p:sp>
      <p:sp>
        <p:nvSpPr>
          <p:cNvPr id="1048879" name="Espace réservé du numéro de diapositive 4"/>
          <p:cNvSpPr>
            <a:spLocks noGrp="1"/>
          </p:cNvSpPr>
          <p:nvPr>
            <p:ph type="sldNum" sz="quarter" idx="12"/>
          </p:nvPr>
        </p:nvSpPr>
        <p:spPr/>
        <p:txBody>
          <a:bodyPr/>
          <a:lstStyle/>
          <a:p>
            <a:fld id="{598693EB-DA33-4D96-A609-A75D70128E40}" type="slidenum">
              <a:rPr lang="fr-FR" smtClean="0"/>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104857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Hind"/>
              <a:buNone/>
              <a:defRPr sz="2800" b="1">
                <a:solidFill>
                  <a:schemeClr val="dk1"/>
                </a:solidFill>
                <a:latin typeface="Hind"/>
                <a:ea typeface="Hind"/>
                <a:cs typeface="Hind"/>
                <a:sym typeface="Hind"/>
              </a:defRPr>
            </a:lvl1pPr>
            <a:lvl2pPr lvl="1"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2pPr>
            <a:lvl3pPr lvl="2"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3pPr>
            <a:lvl4pPr lvl="3"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4pPr>
            <a:lvl5pPr lvl="4"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5pPr>
            <a:lvl6pPr lvl="5"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6pPr>
            <a:lvl7pPr lvl="6"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7pPr>
            <a:lvl8pPr lvl="7"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8pPr>
            <a:lvl9pPr lvl="8"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9pPr>
          </a:lstStyle>
          <a:p>
            <a:endParaRPr/>
          </a:p>
        </p:txBody>
      </p:sp>
      <p:sp>
        <p:nvSpPr>
          <p:cNvPr id="104857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1pPr>
            <a:lvl2pPr marL="914400" lvl="1"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2pPr>
            <a:lvl3pPr marL="1371600" lvl="2"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3pPr>
            <a:lvl4pPr marL="1828800" lvl="3"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4pPr>
            <a:lvl5pPr marL="2286000" lvl="4"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5pPr>
            <a:lvl6pPr marL="2743200" lvl="5"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6pPr>
            <a:lvl7pPr marL="3200400" lvl="6"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7pPr>
            <a:lvl8pPr marL="3657600" lvl="7"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8pPr>
            <a:lvl9pPr marL="4114800" lvl="8"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9pPr>
          </a:lstStyle>
          <a:p>
            <a:endParaRPr/>
          </a:p>
        </p:txBody>
      </p:sp>
    </p:spTree>
  </p:cSld>
  <p:clrMap bg1="lt1" tx1="dk1" bg2="dk2" tx2="lt2" accent1="accent1" accent2="accent2" accent3="accent3" accent4="accent4" accent5="accent5" accent6="accent6" hlink="hlink" folHlink="folHlink"/>
  <p:sldLayoutIdLst>
    <p:sldLayoutId id="2147483653" r:id="rId1"/>
    <p:sldLayoutId id="2147483654" r:id="rId2"/>
    <p:sldLayoutId id="2147483656" r:id="rId3"/>
    <p:sldLayoutId id="2147483657" r:id="rId4"/>
    <p:sldLayoutId id="2147483658" r:id="rId5"/>
    <p:sldLayoutId id="2147483659" r:id="rId6"/>
    <p:sldLayoutId id="2147483660" r:id="rId7"/>
    <p:sldLayoutId id="2147483661" r:id="rId8"/>
    <p:sldLayoutId id="2147483663" r:id="rId9"/>
    <p:sldLayoutId id="2147483664" r:id="rId10"/>
    <p:sldLayoutId id="2147483665" r:id="rId11"/>
    <p:sldLayoutId id="2147483666" r:id="rId12"/>
    <p:sldLayoutId id="2147483667" r:id="rId13"/>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71" name="Espace réservé du titre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fr-FR"/>
              <a:t>Modifiez le style du titre</a:t>
            </a:r>
          </a:p>
        </p:txBody>
      </p:sp>
      <p:sp>
        <p:nvSpPr>
          <p:cNvPr id="1048672" name="Espace réservé du texte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673" name="Espace réservé de la date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fr-FR"/>
          </a:p>
        </p:txBody>
      </p:sp>
      <p:sp>
        <p:nvSpPr>
          <p:cNvPr id="1048674" name="Espace réservé du pied de page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1048675" name="Espace réservé du numéro de diapositive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314A4E4E-8CEE-4300-90E9-71226AEB968D}" type="slidenum">
              <a:rPr lang="fr-FR" smtClean="0"/>
              <a:t>‹N°›</a:t>
            </a:fld>
            <a:endParaRPr lang="fr-FR"/>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89" name="Espace réservé du titre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fr-FR"/>
              <a:t>Modifiez le style du titre</a:t>
            </a:r>
          </a:p>
        </p:txBody>
      </p:sp>
      <p:sp>
        <p:nvSpPr>
          <p:cNvPr id="1048790" name="Espace réservé du texte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791" name="Espace réservé de la date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fr-FR"/>
          </a:p>
        </p:txBody>
      </p:sp>
      <p:sp>
        <p:nvSpPr>
          <p:cNvPr id="1048792" name="Espace réservé du pied de page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1048793" name="Espace réservé du numéro de diapositive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6AB49890-F879-4C5F-9D79-C629647BA96E}" type="slidenum">
              <a:rPr lang="fr-FR" smtClean="0"/>
              <a:t>‹N°›</a:t>
            </a:fld>
            <a:endParaRPr lang="fr-FR"/>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2" name="Espace réservé du titre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fr-FR"/>
              <a:t>Modifiez le style du titre</a:t>
            </a:r>
          </a:p>
        </p:txBody>
      </p:sp>
      <p:sp>
        <p:nvSpPr>
          <p:cNvPr id="1048853" name="Espace réservé du texte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854" name="Espace réservé de la date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fr-FR"/>
          </a:p>
        </p:txBody>
      </p:sp>
      <p:sp>
        <p:nvSpPr>
          <p:cNvPr id="1048855" name="Espace réservé du pied de page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1048856" name="Espace réservé du numéro de diapositive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98693EB-DA33-4D96-A609-A75D70128E40}" type="slidenum">
              <a:rPr lang="fr-FR" smtClean="0"/>
              <a:t>‹N°›</a:t>
            </a:fld>
            <a:endParaRPr lang="fr-FR"/>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2.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notesSlide" Target="../notesSlides/notesSlide2.xml"/><Relationship Id="rId17" Type="http://schemas.openxmlformats.org/officeDocument/2006/relationships/image" Target="../media/image6.png"/><Relationship Id="rId2" Type="http://schemas.openxmlformats.org/officeDocument/2006/relationships/tags" Target="../tags/tag2.xml"/><Relationship Id="rId16" Type="http://schemas.openxmlformats.org/officeDocument/2006/relationships/image" Target="../media/image5.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1.xml"/><Relationship Id="rId5" Type="http://schemas.openxmlformats.org/officeDocument/2006/relationships/tags" Target="../tags/tag5.xml"/><Relationship Id="rId15" Type="http://schemas.openxmlformats.org/officeDocument/2006/relationships/image" Target="../media/image1.png"/><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27.jp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097176" name="Google Shape;258;p27"/>
          <p:cNvPicPr preferRelativeResize="0">
            <a:picLocks/>
          </p:cNvPicPr>
          <p:nvPr/>
        </p:nvPicPr>
        <p:blipFill>
          <a:blip r:embed="rId3">
            <a:alphaModFix amt="21000"/>
          </a:blip>
          <a:stretch>
            <a:fillRect/>
          </a:stretch>
        </p:blipFill>
        <p:spPr>
          <a:xfrm>
            <a:off x="5058825" y="-5"/>
            <a:ext cx="4775101" cy="2539096"/>
          </a:xfrm>
          <a:prstGeom prst="rect">
            <a:avLst/>
          </a:prstGeom>
          <a:noFill/>
          <a:ln>
            <a:noFill/>
          </a:ln>
        </p:spPr>
      </p:pic>
      <p:grpSp>
        <p:nvGrpSpPr>
          <p:cNvPr id="59" name="Google Shape;259;p27"/>
          <p:cNvGrpSpPr/>
          <p:nvPr/>
        </p:nvGrpSpPr>
        <p:grpSpPr>
          <a:xfrm>
            <a:off x="3588026" y="337931"/>
            <a:ext cx="5983357" cy="5263644"/>
            <a:chOff x="4326600" y="455623"/>
            <a:chExt cx="5313368" cy="5145951"/>
          </a:xfrm>
        </p:grpSpPr>
        <p:sp>
          <p:nvSpPr>
            <p:cNvPr id="1048653" name="Google Shape;260;p27"/>
            <p:cNvSpPr/>
            <p:nvPr/>
          </p:nvSpPr>
          <p:spPr>
            <a:xfrm>
              <a:off x="4326600" y="455623"/>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654" name="Google Shape;261;p27"/>
            <p:cNvSpPr/>
            <p:nvPr/>
          </p:nvSpPr>
          <p:spPr>
            <a:xfrm>
              <a:off x="4368901" y="767644"/>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655" name="Google Shape;262;p27"/>
            <p:cNvSpPr/>
            <p:nvPr/>
          </p:nvSpPr>
          <p:spPr>
            <a:xfrm>
              <a:off x="4368899" y="455625"/>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0" name="Google Shape;272;p27"/>
          <p:cNvGrpSpPr/>
          <p:nvPr/>
        </p:nvGrpSpPr>
        <p:grpSpPr>
          <a:xfrm>
            <a:off x="-378936" y="3472458"/>
            <a:ext cx="2148213" cy="2635749"/>
            <a:chOff x="5119300" y="3450025"/>
            <a:chExt cx="2148213" cy="2635749"/>
          </a:xfrm>
        </p:grpSpPr>
        <p:pic>
          <p:nvPicPr>
            <p:cNvPr id="2097177" name="Google Shape;273;p27"/>
            <p:cNvPicPr preferRelativeResize="0">
              <a:picLocks/>
            </p:cNvPicPr>
            <p:nvPr/>
          </p:nvPicPr>
          <p:blipFill>
            <a:blip r:embed="rId4">
              <a:alphaModFix/>
            </a:blip>
            <a:stretch>
              <a:fillRect/>
            </a:stretch>
          </p:blipFill>
          <p:spPr>
            <a:xfrm>
              <a:off x="5119300" y="3450025"/>
              <a:ext cx="1691013" cy="1693474"/>
            </a:xfrm>
            <a:prstGeom prst="rect">
              <a:avLst/>
            </a:prstGeom>
            <a:noFill/>
            <a:ln>
              <a:noFill/>
            </a:ln>
          </p:spPr>
        </p:pic>
        <p:pic>
          <p:nvPicPr>
            <p:cNvPr id="2097178" name="Google Shape;274;p27"/>
            <p:cNvPicPr preferRelativeResize="0">
              <a:picLocks/>
            </p:cNvPicPr>
            <p:nvPr/>
          </p:nvPicPr>
          <p:blipFill>
            <a:blip r:embed="rId4">
              <a:alphaModFix/>
            </a:blip>
            <a:stretch>
              <a:fillRect/>
            </a:stretch>
          </p:blipFill>
          <p:spPr>
            <a:xfrm>
              <a:off x="5576500" y="4392300"/>
              <a:ext cx="1691013" cy="1693474"/>
            </a:xfrm>
            <a:prstGeom prst="rect">
              <a:avLst/>
            </a:prstGeom>
            <a:noFill/>
            <a:ln>
              <a:noFill/>
            </a:ln>
          </p:spPr>
        </p:pic>
      </p:grpSp>
      <p:sp>
        <p:nvSpPr>
          <p:cNvPr id="1048656" name="Google Shape;275;p27"/>
          <p:cNvSpPr txBox="1">
            <a:spLocks noGrp="1"/>
          </p:cNvSpPr>
          <p:nvPr>
            <p:ph type="ctrTitle"/>
          </p:nvPr>
        </p:nvSpPr>
        <p:spPr>
          <a:xfrm>
            <a:off x="466570" y="2298982"/>
            <a:ext cx="5259900" cy="2671973"/>
          </a:xfrm>
          <a:prstGeom prst="rect">
            <a:avLst/>
          </a:prstGeom>
        </p:spPr>
        <p:txBody>
          <a:bodyPr spcFirstLastPara="1" wrap="square" lIns="91425" tIns="91425" rIns="91425" bIns="91425" anchor="b" anchorCtr="0">
            <a:noAutofit/>
          </a:bodyPr>
          <a:lstStyle/>
          <a:p>
            <a:pPr algn="ctr"/>
            <a:r>
              <a:rPr lang="fr-FR" altLang="zh-CN" sz="3200">
                <a:solidFill>
                  <a:schemeClr val="tx1"/>
                </a:solidFill>
                <a:latin typeface="Times New Roman" panose="02020603050405020304" pitchFamily="18" charset="0"/>
                <a:ea typeface="华文细黑" pitchFamily="2" charset="-122"/>
                <a:cs typeface="Times New Roman" panose="02020603050405020304" pitchFamily="18" charset="0"/>
              </a:rPr>
              <a:t>Merci de bien vouloir éteindre votre téléphone mobile </a:t>
            </a:r>
            <a:r>
              <a:rPr lang="fr-FR" sz="3200">
                <a:latin typeface="Times New Roman" panose="02020603050405020304" pitchFamily="18" charset="0"/>
                <a:ea typeface="Adobe Kaiti Std R" panose="02020400000000000000" pitchFamily="18" charset="-128"/>
                <a:cs typeface="Times New Roman" panose="02020603050405020304" pitchFamily="18" charset="0"/>
              </a:rPr>
              <a:t>ou de le mettre en mode vibreur s’il vous plaît </a:t>
            </a:r>
            <a:r>
              <a:rPr lang="fr-FR" altLang="zh-CN" sz="3200">
                <a:solidFill>
                  <a:schemeClr val="tx1"/>
                </a:solidFill>
                <a:latin typeface="Times New Roman" panose="02020603050405020304" pitchFamily="18" charset="0"/>
                <a:ea typeface="华文细黑" pitchFamily="2" charset="-122"/>
                <a:cs typeface="Times New Roman" panose="02020603050405020304" pitchFamily="18" charset="0"/>
              </a:rPr>
              <a:t>!</a:t>
            </a:r>
            <a:br>
              <a:rPr lang="fr-FR" altLang="zh-CN" sz="3200">
                <a:solidFill>
                  <a:schemeClr val="tx1"/>
                </a:solidFill>
                <a:latin typeface="Times New Roman" panose="02020603050405020304" pitchFamily="18" charset="0"/>
                <a:ea typeface="华文细黑" pitchFamily="2" charset="-122"/>
                <a:cs typeface="Times New Roman" panose="02020603050405020304" pitchFamily="18" charset="0"/>
              </a:rPr>
            </a:br>
            <a:endParaRPr sz="3200" b="1" dirty="0">
              <a:solidFill>
                <a:schemeClr val="tx1"/>
              </a:solidFill>
              <a:latin typeface="Times New Roman" panose="02020603050405020304" pitchFamily="18" charset="0"/>
              <a:cs typeface="Times New Roman" panose="02020603050405020304" pitchFamily="18" charset="0"/>
            </a:endParaRPr>
          </a:p>
        </p:txBody>
      </p:sp>
      <p:pic>
        <p:nvPicPr>
          <p:cNvPr id="2097179" name="Image 2"/>
          <p:cNvPicPr>
            <a:picLocks noChangeAspect="1"/>
          </p:cNvPicPr>
          <p:nvPr/>
        </p:nvPicPr>
        <p:blipFill>
          <a:blip r:embed="rId5"/>
          <a:stretch>
            <a:fillRect/>
          </a:stretch>
        </p:blipFill>
        <p:spPr>
          <a:xfrm>
            <a:off x="1607686" y="197981"/>
            <a:ext cx="2143125" cy="2143125"/>
          </a:xfrm>
          <a:prstGeom prst="rect">
            <a:avLst/>
          </a:prstGeom>
        </p:spPr>
      </p:pic>
    </p:spTree>
  </p:cSld>
  <p:clrMapOvr>
    <a:masterClrMapping/>
  </p:clrMapOvr>
  <p:transition spd="slow">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097180" name="Google Shape;258;p27"/>
          <p:cNvPicPr preferRelativeResize="0">
            <a:picLocks/>
          </p:cNvPicPr>
          <p:nvPr/>
        </p:nvPicPr>
        <p:blipFill>
          <a:blip r:embed="rId13">
            <a:alphaModFix amt="21000"/>
          </a:blip>
          <a:stretch>
            <a:fillRect/>
          </a:stretch>
        </p:blipFill>
        <p:spPr>
          <a:xfrm>
            <a:off x="5016526" y="-4"/>
            <a:ext cx="4775101" cy="2539096"/>
          </a:xfrm>
          <a:prstGeom prst="rect">
            <a:avLst/>
          </a:prstGeom>
          <a:noFill/>
          <a:ln>
            <a:noFill/>
          </a:ln>
        </p:spPr>
      </p:pic>
      <p:grpSp>
        <p:nvGrpSpPr>
          <p:cNvPr id="64" name="Google Shape;259;p27"/>
          <p:cNvGrpSpPr/>
          <p:nvPr/>
        </p:nvGrpSpPr>
        <p:grpSpPr>
          <a:xfrm>
            <a:off x="3945835" y="865920"/>
            <a:ext cx="5499779" cy="4735654"/>
            <a:chOff x="4368899" y="455625"/>
            <a:chExt cx="5271069" cy="5145949"/>
          </a:xfrm>
        </p:grpSpPr>
        <p:sp>
          <p:nvSpPr>
            <p:cNvPr id="1048659" name="Google Shape;261;p27"/>
            <p:cNvSpPr/>
            <p:nvPr/>
          </p:nvSpPr>
          <p:spPr>
            <a:xfrm>
              <a:off x="4368901" y="767644"/>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660" name="Google Shape;262;p27"/>
            <p:cNvSpPr/>
            <p:nvPr/>
          </p:nvSpPr>
          <p:spPr>
            <a:xfrm>
              <a:off x="4368899" y="455625"/>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097181" name="Google Shape;263;p27"/>
          <p:cNvPicPr preferRelativeResize="0">
            <a:picLocks/>
          </p:cNvPicPr>
          <p:nvPr/>
        </p:nvPicPr>
        <p:blipFill>
          <a:blip r:embed="rId14">
            <a:alphaModFix amt="79000"/>
          </a:blip>
          <a:stretch>
            <a:fillRect/>
          </a:stretch>
        </p:blipFill>
        <p:spPr>
          <a:xfrm>
            <a:off x="6901250" y="-1318753"/>
            <a:ext cx="2344349" cy="2346255"/>
          </a:xfrm>
          <a:prstGeom prst="rect">
            <a:avLst/>
          </a:prstGeom>
          <a:noFill/>
          <a:ln>
            <a:noFill/>
          </a:ln>
        </p:spPr>
      </p:pic>
      <p:pic>
        <p:nvPicPr>
          <p:cNvPr id="2097182" name="Google Shape;264;p27"/>
          <p:cNvPicPr preferRelativeResize="0">
            <a:picLocks/>
          </p:cNvPicPr>
          <p:nvPr/>
        </p:nvPicPr>
        <p:blipFill>
          <a:blip r:embed="rId14">
            <a:alphaModFix amt="79000"/>
          </a:blip>
          <a:stretch>
            <a:fillRect/>
          </a:stretch>
        </p:blipFill>
        <p:spPr>
          <a:xfrm>
            <a:off x="6650141" y="2708440"/>
            <a:ext cx="2543142" cy="2346255"/>
          </a:xfrm>
          <a:prstGeom prst="rect">
            <a:avLst/>
          </a:prstGeom>
          <a:noFill/>
          <a:ln>
            <a:noFill/>
          </a:ln>
        </p:spPr>
      </p:pic>
      <p:pic>
        <p:nvPicPr>
          <p:cNvPr id="2097183" name="Google Shape;265;p27"/>
          <p:cNvPicPr preferRelativeResize="0">
            <a:picLocks/>
          </p:cNvPicPr>
          <p:nvPr/>
        </p:nvPicPr>
        <p:blipFill>
          <a:blip r:embed="rId14">
            <a:alphaModFix amt="79000"/>
          </a:blip>
          <a:stretch>
            <a:fillRect/>
          </a:stretch>
        </p:blipFill>
        <p:spPr>
          <a:xfrm>
            <a:off x="7371075" y="4239897"/>
            <a:ext cx="2344349" cy="2346255"/>
          </a:xfrm>
          <a:prstGeom prst="rect">
            <a:avLst/>
          </a:prstGeom>
          <a:noFill/>
          <a:ln>
            <a:noFill/>
          </a:ln>
        </p:spPr>
      </p:pic>
      <p:grpSp>
        <p:nvGrpSpPr>
          <p:cNvPr id="65" name="Google Shape;266;p27"/>
          <p:cNvGrpSpPr/>
          <p:nvPr/>
        </p:nvGrpSpPr>
        <p:grpSpPr>
          <a:xfrm>
            <a:off x="5119300" y="3450025"/>
            <a:ext cx="2148213" cy="2635749"/>
            <a:chOff x="5119300" y="3450025"/>
            <a:chExt cx="2148213" cy="2635749"/>
          </a:xfrm>
        </p:grpSpPr>
        <p:pic>
          <p:nvPicPr>
            <p:cNvPr id="2097184" name="Google Shape;267;p27"/>
            <p:cNvPicPr preferRelativeResize="0">
              <a:picLocks/>
            </p:cNvPicPr>
            <p:nvPr/>
          </p:nvPicPr>
          <p:blipFill>
            <a:blip r:embed="rId15">
              <a:alphaModFix/>
            </a:blip>
            <a:stretch>
              <a:fillRect/>
            </a:stretch>
          </p:blipFill>
          <p:spPr>
            <a:xfrm>
              <a:off x="5119300" y="3450025"/>
              <a:ext cx="1691013" cy="1693474"/>
            </a:xfrm>
            <a:prstGeom prst="rect">
              <a:avLst/>
            </a:prstGeom>
            <a:noFill/>
            <a:ln>
              <a:noFill/>
            </a:ln>
          </p:spPr>
        </p:pic>
        <p:pic>
          <p:nvPicPr>
            <p:cNvPr id="2097185" name="Google Shape;268;p27"/>
            <p:cNvPicPr preferRelativeResize="0">
              <a:picLocks/>
            </p:cNvPicPr>
            <p:nvPr/>
          </p:nvPicPr>
          <p:blipFill>
            <a:blip r:embed="rId15">
              <a:alphaModFix/>
            </a:blip>
            <a:stretch>
              <a:fillRect/>
            </a:stretch>
          </p:blipFill>
          <p:spPr>
            <a:xfrm>
              <a:off x="5576500" y="4392300"/>
              <a:ext cx="1691013" cy="1693474"/>
            </a:xfrm>
            <a:prstGeom prst="rect">
              <a:avLst/>
            </a:prstGeom>
            <a:noFill/>
            <a:ln>
              <a:noFill/>
            </a:ln>
          </p:spPr>
        </p:pic>
      </p:grpSp>
      <p:grpSp>
        <p:nvGrpSpPr>
          <p:cNvPr id="66" name="Google Shape;269;p27"/>
          <p:cNvGrpSpPr/>
          <p:nvPr/>
        </p:nvGrpSpPr>
        <p:grpSpPr>
          <a:xfrm>
            <a:off x="5930325" y="427425"/>
            <a:ext cx="2148213" cy="2635749"/>
            <a:chOff x="5119300" y="3450025"/>
            <a:chExt cx="2148213" cy="2635749"/>
          </a:xfrm>
        </p:grpSpPr>
        <p:pic>
          <p:nvPicPr>
            <p:cNvPr id="2097186" name="Google Shape;270;p27"/>
            <p:cNvPicPr preferRelativeResize="0">
              <a:picLocks/>
            </p:cNvPicPr>
            <p:nvPr/>
          </p:nvPicPr>
          <p:blipFill>
            <a:blip r:embed="rId15">
              <a:alphaModFix/>
            </a:blip>
            <a:stretch>
              <a:fillRect/>
            </a:stretch>
          </p:blipFill>
          <p:spPr>
            <a:xfrm>
              <a:off x="5119300" y="3450025"/>
              <a:ext cx="1691013" cy="1693474"/>
            </a:xfrm>
            <a:prstGeom prst="rect">
              <a:avLst/>
            </a:prstGeom>
            <a:noFill/>
            <a:ln>
              <a:noFill/>
            </a:ln>
          </p:spPr>
        </p:pic>
        <p:pic>
          <p:nvPicPr>
            <p:cNvPr id="2097187" name="Google Shape;271;p27"/>
            <p:cNvPicPr preferRelativeResize="0">
              <a:picLocks/>
            </p:cNvPicPr>
            <p:nvPr/>
          </p:nvPicPr>
          <p:blipFill>
            <a:blip r:embed="rId15">
              <a:alphaModFix/>
            </a:blip>
            <a:stretch>
              <a:fillRect/>
            </a:stretch>
          </p:blipFill>
          <p:spPr>
            <a:xfrm>
              <a:off x="5576500" y="4392300"/>
              <a:ext cx="1691013" cy="1693474"/>
            </a:xfrm>
            <a:prstGeom prst="rect">
              <a:avLst/>
            </a:prstGeom>
            <a:noFill/>
            <a:ln>
              <a:noFill/>
            </a:ln>
          </p:spPr>
        </p:pic>
      </p:grpSp>
      <p:grpSp>
        <p:nvGrpSpPr>
          <p:cNvPr id="67" name="Google Shape;272;p27"/>
          <p:cNvGrpSpPr/>
          <p:nvPr/>
        </p:nvGrpSpPr>
        <p:grpSpPr>
          <a:xfrm>
            <a:off x="-394425" y="3291775"/>
            <a:ext cx="2148213" cy="2635749"/>
            <a:chOff x="5119300" y="3450025"/>
            <a:chExt cx="2148213" cy="2635749"/>
          </a:xfrm>
        </p:grpSpPr>
        <p:pic>
          <p:nvPicPr>
            <p:cNvPr id="2097188" name="Google Shape;273;p27"/>
            <p:cNvPicPr preferRelativeResize="0">
              <a:picLocks/>
            </p:cNvPicPr>
            <p:nvPr/>
          </p:nvPicPr>
          <p:blipFill>
            <a:blip r:embed="rId15">
              <a:alphaModFix/>
            </a:blip>
            <a:stretch>
              <a:fillRect/>
            </a:stretch>
          </p:blipFill>
          <p:spPr>
            <a:xfrm>
              <a:off x="5119300" y="3450025"/>
              <a:ext cx="1691013" cy="1693474"/>
            </a:xfrm>
            <a:prstGeom prst="rect">
              <a:avLst/>
            </a:prstGeom>
            <a:noFill/>
            <a:ln>
              <a:noFill/>
            </a:ln>
          </p:spPr>
        </p:pic>
        <p:pic>
          <p:nvPicPr>
            <p:cNvPr id="2097189" name="Google Shape;274;p27"/>
            <p:cNvPicPr preferRelativeResize="0">
              <a:picLocks/>
            </p:cNvPicPr>
            <p:nvPr/>
          </p:nvPicPr>
          <p:blipFill>
            <a:blip r:embed="rId15">
              <a:alphaModFix/>
            </a:blip>
            <a:stretch>
              <a:fillRect/>
            </a:stretch>
          </p:blipFill>
          <p:spPr>
            <a:xfrm>
              <a:off x="5576500" y="4392300"/>
              <a:ext cx="1691013" cy="1693474"/>
            </a:xfrm>
            <a:prstGeom prst="rect">
              <a:avLst/>
            </a:prstGeom>
            <a:noFill/>
            <a:ln>
              <a:noFill/>
            </a:ln>
          </p:spPr>
        </p:pic>
      </p:grpSp>
      <p:cxnSp>
        <p:nvCxnSpPr>
          <p:cNvPr id="3145731" name="Google Shape;277;p27"/>
          <p:cNvCxnSpPr>
            <a:cxnSpLocks/>
          </p:cNvCxnSpPr>
          <p:nvPr/>
        </p:nvCxnSpPr>
        <p:spPr>
          <a:xfrm>
            <a:off x="793050" y="924800"/>
            <a:ext cx="609600" cy="0"/>
          </a:xfrm>
          <a:prstGeom prst="straightConnector1">
            <a:avLst/>
          </a:prstGeom>
          <a:noFill/>
          <a:ln w="28575" cap="flat" cmpd="sng">
            <a:solidFill>
              <a:schemeClr val="dk2"/>
            </a:solidFill>
            <a:prstDash val="solid"/>
            <a:round/>
            <a:headEnd type="none" w="med" len="med"/>
            <a:tailEnd type="none" w="med" len="med"/>
          </a:ln>
        </p:spPr>
      </p:cxnSp>
      <p:sp>
        <p:nvSpPr>
          <p:cNvPr id="1048661" name="TextBox 11"/>
          <p:cNvSpPr txBox="1"/>
          <p:nvPr>
            <p:custDataLst>
              <p:tags r:id="rId1"/>
            </p:custDataLst>
          </p:nvPr>
        </p:nvSpPr>
        <p:spPr>
          <a:xfrm flipH="1">
            <a:off x="6227180" y="130714"/>
            <a:ext cx="2916424" cy="307777"/>
          </a:xfrm>
          <a:prstGeom prst="rect">
            <a:avLst/>
          </a:prstGeom>
          <a:noFill/>
        </p:spPr>
        <p:txBody>
          <a:bodyPr wrap="square" rtlCol="0">
            <a:spAutoFit/>
          </a:bodyPr>
          <a:lstStyle/>
          <a:p>
            <a:r>
              <a:rPr lang="fr-FR" sz="1400" dirty="0">
                <a:latin typeface="Times New Roman" panose="02020603050405020304" pitchFamily="18" charset="0"/>
                <a:cs typeface="Times New Roman" panose="02020603050405020304" pitchFamily="18" charset="0"/>
              </a:rPr>
              <a:t>Année universitaire : 2023 / 2024</a:t>
            </a:r>
          </a:p>
        </p:txBody>
      </p:sp>
      <p:sp>
        <p:nvSpPr>
          <p:cNvPr id="1048662" name="TextBox 12"/>
          <p:cNvSpPr txBox="1"/>
          <p:nvPr>
            <p:custDataLst>
              <p:tags r:id="rId2"/>
            </p:custDataLst>
          </p:nvPr>
        </p:nvSpPr>
        <p:spPr>
          <a:xfrm>
            <a:off x="2713531" y="-92546"/>
            <a:ext cx="3406811" cy="1767841"/>
          </a:xfrm>
          <a:prstGeom prst="rect">
            <a:avLst/>
          </a:prstGeom>
          <a:noFill/>
        </p:spPr>
        <p:txBody>
          <a:bodyPr wrap="square" rtlCol="0">
            <a:spAutoFit/>
          </a:bodyPr>
          <a:lstStyle/>
          <a:p>
            <a:r>
              <a:rPr lang="fr-FR" b="1" dirty="0">
                <a:latin typeface="+mj-lt"/>
              </a:rPr>
              <a:t>       </a:t>
            </a:r>
            <a:endParaRPr lang="fr-FR" b="1" dirty="0">
              <a:latin typeface="+mj-lt"/>
              <a:cs typeface="Times New Roman" panose="02020603050405020304" pitchFamily="18" charset="0"/>
            </a:endParaRPr>
          </a:p>
          <a:p>
            <a:pPr algn="ctr"/>
            <a:r>
              <a:rPr lang="fr-FR" b="1" dirty="0">
                <a:latin typeface="+mj-lt"/>
                <a:cs typeface="Times New Roman" panose="02020603050405020304" pitchFamily="18" charset="0"/>
              </a:rPr>
              <a:t>    </a:t>
            </a:r>
            <a:r>
              <a:rPr lang="fr-FR"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UNIVERSITE D’ANTANANARIVO</a:t>
            </a:r>
          </a:p>
          <a:p>
            <a:r>
              <a:rPr lang="fr-FR"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algn="ctr"/>
            <a:r>
              <a:rPr lang="fr-FR"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ECOLE SUPERIEURE POLYTECHNIQUE D’ANTANANARIVO</a:t>
            </a:r>
          </a:p>
          <a:p>
            <a:r>
              <a:rPr lang="fr-FR"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algn="ctr"/>
            <a:r>
              <a:rPr lang="fr-FR"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MENTION TELECOMMUNICATION</a:t>
            </a:r>
          </a:p>
          <a:p>
            <a:r>
              <a:rPr lang="fr-FR" b="1" dirty="0">
                <a:latin typeface="+mj-lt"/>
              </a:rPr>
              <a:t> </a:t>
            </a:r>
          </a:p>
          <a:p>
            <a:pPr algn="ctr" defTabSz="457200" fontAlgn="base">
              <a:spcBef>
                <a:spcPct val="0"/>
              </a:spcBef>
              <a:spcAft>
                <a:spcPct val="0"/>
              </a:spcAft>
            </a:pPr>
            <a:endParaRPr lang="fr-FR" sz="1200" b="1" dirty="0">
              <a:latin typeface="+mj-lt"/>
            </a:endParaRPr>
          </a:p>
        </p:txBody>
      </p:sp>
      <p:pic>
        <p:nvPicPr>
          <p:cNvPr id="2097190" name="Image 9"/>
          <p:cNvPicPr>
            <a:picLocks/>
          </p:cNvPicPr>
          <p:nvPr>
            <p:custDataLst>
              <p:tags r:id="rId3"/>
            </p:custDataLst>
          </p:nvPr>
        </p:nvPicPr>
        <p:blipFill>
          <a:blip r:embed="rId16"/>
          <a:stretch>
            <a:fillRect/>
          </a:stretch>
        </p:blipFill>
        <p:spPr>
          <a:xfrm>
            <a:off x="7452320" y="442435"/>
            <a:ext cx="1305145" cy="14000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097191" name="Image 7"/>
          <p:cNvPicPr>
            <a:picLocks/>
          </p:cNvPicPr>
          <p:nvPr>
            <p:custDataLst>
              <p:tags r:id="rId4"/>
            </p:custDataLst>
          </p:nvPr>
        </p:nvPicPr>
        <p:blipFill rotWithShape="1">
          <a:blip r:embed="rId17"/>
          <a:srcRect b="7079"/>
          <a:stretch>
            <a:fillRect/>
          </a:stretch>
        </p:blipFill>
        <p:spPr bwMode="auto">
          <a:xfrm>
            <a:off x="652419" y="485028"/>
            <a:ext cx="1395155" cy="1615827"/>
          </a:xfrm>
          <a:prstGeom prst="rect">
            <a:avLst/>
          </a:prstGeom>
          <a:noFill/>
        </p:spPr>
      </p:pic>
      <p:sp>
        <p:nvSpPr>
          <p:cNvPr id="1048663" name="Rectangle 27"/>
          <p:cNvSpPr/>
          <p:nvPr>
            <p:custDataLst>
              <p:tags r:id="rId5"/>
            </p:custDataLst>
          </p:nvPr>
        </p:nvSpPr>
        <p:spPr>
          <a:xfrm>
            <a:off x="2123727" y="1604276"/>
            <a:ext cx="5075120" cy="561341"/>
          </a:xfrm>
          <a:prstGeom prst="rect">
            <a:avLst/>
          </a:prstGeom>
        </p:spPr>
        <p:txBody>
          <a:bodyPr wrap="square">
            <a:spAutoFit/>
          </a:bodyPr>
          <a:lstStyle/>
          <a:p>
            <a:pPr algn="ctr"/>
            <a:r>
              <a:rPr lang="fr-FR" dirty="0">
                <a:latin typeface="Times New Roman" panose="02020603050405020304" pitchFamily="18" charset="0"/>
                <a:ea typeface="Times New Roman" panose="02020603050405020304" pitchFamily="18" charset="0"/>
                <a:cs typeface="Times New Roman" panose="02020603050405020304" pitchFamily="18" charset="0"/>
              </a:rPr>
              <a:t>MEMOIRE en vue de l’obtention  du DIPLOME de Licence </a:t>
            </a:r>
          </a:p>
          <a:p>
            <a:pPr algn="ctr"/>
            <a:endParaRPr lang="fr-FR" sz="1050" dirty="0">
              <a:latin typeface="+mj-lt"/>
              <a:ea typeface="Times New Roman" panose="02020603050405020304" pitchFamily="18" charset="0"/>
            </a:endParaRPr>
          </a:p>
          <a:p>
            <a:pPr algn="just"/>
            <a:r>
              <a:rPr lang="fr-FR" sz="900" dirty="0">
                <a:latin typeface="+mj-lt"/>
                <a:ea typeface="Times New Roman" panose="02020603050405020304" pitchFamily="18" charset="0"/>
              </a:rPr>
              <a:t> </a:t>
            </a:r>
          </a:p>
        </p:txBody>
      </p:sp>
      <p:sp>
        <p:nvSpPr>
          <p:cNvPr id="1048664" name="Rectangle 28"/>
          <p:cNvSpPr/>
          <p:nvPr>
            <p:custDataLst>
              <p:tags r:id="rId6"/>
            </p:custDataLst>
          </p:nvPr>
        </p:nvSpPr>
        <p:spPr>
          <a:xfrm>
            <a:off x="63770" y="2178327"/>
            <a:ext cx="9025951" cy="961802"/>
          </a:xfrm>
          <a:prstGeom prst="rect">
            <a:avLst/>
          </a:prstGeom>
        </p:spPr>
        <p:txBody>
          <a:bodyPr wrap="square">
            <a:spAutoFit/>
          </a:bodyPr>
          <a:lstStyle/>
          <a:p>
            <a:pPr marL="224790" algn="ctr">
              <a:spcAft>
                <a:spcPts val="300"/>
              </a:spcAft>
            </a:pPr>
            <a:r>
              <a:rPr lang="fr-FR"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CONCEPTION D’UNE INTERFACE HOMME -MACHINE DES GESTES CONTRÔLE PAR DES GESTES</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224790" algn="ctr">
              <a:spcAft>
                <a:spcPts val="300"/>
              </a:spcAft>
            </a:pPr>
            <a:endParaRPr lang="fr-FR" sz="18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048665" name="Rectangle 29"/>
          <p:cNvSpPr/>
          <p:nvPr>
            <p:custDataLst>
              <p:tags r:id="rId7"/>
            </p:custDataLst>
          </p:nvPr>
        </p:nvSpPr>
        <p:spPr>
          <a:xfrm>
            <a:off x="2368334" y="2728191"/>
            <a:ext cx="3307317" cy="307777"/>
          </a:xfrm>
          <a:prstGeom prst="rect">
            <a:avLst/>
          </a:prstGeom>
        </p:spPr>
        <p:txBody>
          <a:bodyPr wrap="none">
            <a:spAutoFit/>
          </a:bodyPr>
          <a:lstStyle/>
          <a:p>
            <a:pPr algn="ctr"/>
            <a:r>
              <a:rPr lang="fr-FR" i="1" dirty="0">
                <a:latin typeface="+mj-lt"/>
                <a:ea typeface="Times New Roman" panose="02020603050405020304" pitchFamily="18" charset="0"/>
              </a:rPr>
              <a:t>Par</a:t>
            </a:r>
            <a:r>
              <a:rPr lang="fr-FR" dirty="0">
                <a:latin typeface="+mj-lt"/>
                <a:ea typeface="Times New Roman" panose="02020603050405020304" pitchFamily="18" charset="0"/>
              </a:rPr>
              <a:t> : </a:t>
            </a:r>
            <a:r>
              <a:rPr lang="fr-FR" b="1" dirty="0">
                <a:latin typeface="Times New Roman" panose="02020603050405020304" pitchFamily="18" charset="0"/>
                <a:ea typeface="Times New Roman" panose="02020603050405020304" pitchFamily="18" charset="0"/>
                <a:cs typeface="Times New Roman" panose="02020603050405020304" pitchFamily="18" charset="0"/>
              </a:rPr>
              <a:t>RAMANANANDRO Alex Mathieu</a:t>
            </a:r>
          </a:p>
        </p:txBody>
      </p:sp>
      <p:sp>
        <p:nvSpPr>
          <p:cNvPr id="1048666" name="Rectangle 30"/>
          <p:cNvSpPr/>
          <p:nvPr>
            <p:custDataLst>
              <p:tags r:id="rId8"/>
            </p:custDataLst>
          </p:nvPr>
        </p:nvSpPr>
        <p:spPr>
          <a:xfrm>
            <a:off x="581186" y="3117132"/>
            <a:ext cx="7810138" cy="276999"/>
          </a:xfrm>
          <a:prstGeom prst="rect">
            <a:avLst/>
          </a:prstGeom>
        </p:spPr>
        <p:txBody>
          <a:bodyPr wrap="square">
            <a:spAutoFit/>
          </a:bodyPr>
          <a:lstStyle/>
          <a:p>
            <a:pPr algn="ctr"/>
            <a:r>
              <a:rPr lang="fr-FR" sz="1200" dirty="0">
                <a:latin typeface="Times New Roman" panose="02020603050405020304" pitchFamily="18" charset="0"/>
                <a:ea typeface="Times New Roman" panose="02020603050405020304" pitchFamily="18" charset="0"/>
                <a:cs typeface="Times New Roman" panose="02020603050405020304" pitchFamily="18" charset="0"/>
              </a:rPr>
              <a:t>Soutenu le 24 Octobre 2024 devant la Commission d’Examen composée de</a:t>
            </a:r>
            <a:r>
              <a:rPr lang="fr-FR" sz="1200" dirty="0">
                <a:latin typeface="+mj-lt"/>
                <a:ea typeface="Times New Roman" panose="02020603050405020304" pitchFamily="18" charset="0"/>
              </a:rPr>
              <a:t> </a:t>
            </a:r>
            <a:r>
              <a:rPr lang="fr-FR" sz="700" dirty="0">
                <a:latin typeface="+mj-lt"/>
                <a:ea typeface="Times New Roman" panose="02020603050405020304" pitchFamily="18" charset="0"/>
              </a:rPr>
              <a:t>:</a:t>
            </a:r>
          </a:p>
        </p:txBody>
      </p:sp>
      <p:sp>
        <p:nvSpPr>
          <p:cNvPr id="1048667" name="TextBox 1"/>
          <p:cNvSpPr txBox="1"/>
          <p:nvPr>
            <p:custDataLst>
              <p:tags r:id="rId9"/>
            </p:custDataLst>
          </p:nvPr>
        </p:nvSpPr>
        <p:spPr>
          <a:xfrm>
            <a:off x="296525" y="170883"/>
            <a:ext cx="2273379" cy="384721"/>
          </a:xfrm>
          <a:prstGeom prst="rect">
            <a:avLst/>
          </a:prstGeom>
          <a:noFill/>
        </p:spPr>
        <p:txBody>
          <a:bodyPr wrap="none" rtlCol="0">
            <a:spAutoFit/>
          </a:bodyPr>
          <a:lstStyle/>
          <a:p>
            <a:r>
              <a:rPr lang="fr-FR" sz="1400" dirty="0">
                <a:latin typeface="Times New Roman" panose="02020603050405020304" pitchFamily="18" charset="0"/>
                <a:cs typeface="Times New Roman" panose="02020603050405020304" pitchFamily="18" charset="0"/>
              </a:rPr>
              <a:t>N° d’ordre : 023 / </a:t>
            </a:r>
            <a:r>
              <a:rPr lang="fr-FR" dirty="0">
                <a:latin typeface="Times New Roman" panose="02020603050405020304" pitchFamily="18" charset="0"/>
                <a:cs typeface="Times New Roman" panose="02020603050405020304" pitchFamily="18" charset="0"/>
              </a:rPr>
              <a:t>STI</a:t>
            </a:r>
            <a:r>
              <a:rPr lang="fr-FR" sz="1400" dirty="0">
                <a:latin typeface="Times New Roman" panose="02020603050405020304" pitchFamily="18" charset="0"/>
                <a:cs typeface="Times New Roman" panose="02020603050405020304" pitchFamily="18" charset="0"/>
              </a:rPr>
              <a:t> / TCO</a:t>
            </a:r>
            <a:br>
              <a:rPr lang="fr-FR" sz="500" dirty="0">
                <a:latin typeface="+mj-lt"/>
              </a:rPr>
            </a:br>
            <a:endParaRPr lang="fr-FR" sz="500" dirty="0">
              <a:latin typeface="+mj-lt"/>
            </a:endParaRPr>
          </a:p>
        </p:txBody>
      </p:sp>
      <p:sp>
        <p:nvSpPr>
          <p:cNvPr id="1048668" name="TextBox 2"/>
          <p:cNvSpPr txBox="1"/>
          <p:nvPr>
            <p:custDataLst>
              <p:tags r:id="rId10"/>
            </p:custDataLst>
          </p:nvPr>
        </p:nvSpPr>
        <p:spPr>
          <a:xfrm>
            <a:off x="1843940" y="3555013"/>
            <a:ext cx="6480721" cy="1384995"/>
          </a:xfrm>
          <a:prstGeom prst="rect">
            <a:avLst/>
          </a:prstGeom>
          <a:noFill/>
        </p:spPr>
        <p:txBody>
          <a:bodyPr wrap="square" rtlCol="0">
            <a:spAutoFit/>
          </a:bodyPr>
          <a:lstStyle/>
          <a:p>
            <a:r>
              <a:rPr lang="fr-FR" sz="1200" dirty="0">
                <a:latin typeface="Times New Roman" panose="02020603050405020304" pitchFamily="18" charset="0"/>
                <a:cs typeface="Times New Roman" panose="02020603050405020304" pitchFamily="18" charset="0"/>
              </a:rPr>
              <a:t>Président : </a:t>
            </a:r>
          </a:p>
          <a:p>
            <a:r>
              <a:rPr lang="fr-FR" sz="1200" dirty="0">
                <a:latin typeface="Times New Roman" panose="02020603050405020304" pitchFamily="18" charset="0"/>
                <a:cs typeface="Times New Roman" panose="02020603050405020304" pitchFamily="18" charset="0"/>
              </a:rPr>
              <a:t>	Monsieur RAJAONARISON </a:t>
            </a:r>
            <a:r>
              <a:rPr lang="fr-FR" sz="1200" dirty="0" err="1">
                <a:latin typeface="Times New Roman" panose="02020603050405020304" pitchFamily="18" charset="0"/>
                <a:cs typeface="Times New Roman" panose="02020603050405020304" pitchFamily="18" charset="0"/>
              </a:rPr>
              <a:t>Tianandrasana</a:t>
            </a:r>
            <a:r>
              <a:rPr lang="fr-FR" sz="1200" dirty="0">
                <a:latin typeface="Times New Roman" panose="02020603050405020304" pitchFamily="18" charset="0"/>
                <a:cs typeface="Times New Roman" panose="02020603050405020304" pitchFamily="18" charset="0"/>
              </a:rPr>
              <a:t> Roméo</a:t>
            </a:r>
          </a:p>
          <a:p>
            <a:r>
              <a:rPr lang="fr-FR" sz="1200" dirty="0">
                <a:latin typeface="Times New Roman" panose="02020603050405020304" pitchFamily="18" charset="0"/>
                <a:cs typeface="Times New Roman" panose="02020603050405020304" pitchFamily="18" charset="0"/>
              </a:rPr>
              <a:t>Examinateur :</a:t>
            </a:r>
          </a:p>
          <a:p>
            <a:r>
              <a:rPr lang="fr-FR" sz="1200" dirty="0">
                <a:latin typeface="Times New Roman" panose="02020603050405020304" pitchFamily="18" charset="0"/>
                <a:cs typeface="Times New Roman" panose="02020603050405020304" pitchFamily="18" charset="0"/>
              </a:rPr>
              <a:t>	 Monsieur RANDRIAMANAMPY Samuel</a:t>
            </a:r>
          </a:p>
          <a:p>
            <a:r>
              <a:rPr lang="fr-FR" sz="1200" dirty="0">
                <a:latin typeface="Times New Roman" panose="02020603050405020304" pitchFamily="18" charset="0"/>
                <a:cs typeface="Times New Roman" panose="02020603050405020304" pitchFamily="18" charset="0"/>
              </a:rPr>
              <a:t>Directeur de mémoire :</a:t>
            </a:r>
          </a:p>
          <a:p>
            <a:r>
              <a:rPr lang="fr-FR" sz="1200" dirty="0">
                <a:latin typeface="Times New Roman" panose="02020603050405020304" pitchFamily="18" charset="0"/>
                <a:cs typeface="Times New Roman" panose="02020603050405020304" pitchFamily="18" charset="0"/>
              </a:rPr>
              <a:t>	 Monsieur BOTO ANDRIANANDRASANA Jean Espérant</a:t>
            </a:r>
            <a:br>
              <a:rPr lang="fr-FR" sz="1200" dirty="0">
                <a:latin typeface="+mj-lt"/>
              </a:rPr>
            </a:br>
            <a:endParaRPr lang="fr-FR" sz="1200" dirty="0">
              <a:latin typeface="+mj-lt"/>
            </a:endParaRPr>
          </a:p>
        </p:txBody>
      </p:sp>
    </p:spTree>
  </p:cSld>
  <p:clrMapOvr>
    <a:masterClrMapping/>
  </p:clrMapOvr>
  <p:transition spd="slow">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7">
          <a:extLst>
            <a:ext uri="{FF2B5EF4-FFF2-40B4-BE49-F238E27FC236}">
              <a16:creationId xmlns:a16="http://schemas.microsoft.com/office/drawing/2014/main" id="{41AD59E9-434E-94F6-6409-6918C1E40A12}"/>
            </a:ext>
          </a:extLst>
        </p:cNvPr>
        <p:cNvGrpSpPr/>
        <p:nvPr/>
      </p:nvGrpSpPr>
      <p:grpSpPr>
        <a:xfrm>
          <a:off x="0" y="0"/>
          <a:ext cx="0" cy="0"/>
          <a:chOff x="0" y="0"/>
          <a:chExt cx="0" cy="0"/>
        </a:xfrm>
      </p:grpSpPr>
      <p:sp>
        <p:nvSpPr>
          <p:cNvPr id="1048635" name="Google Shape;308;p30">
            <a:extLst>
              <a:ext uri="{FF2B5EF4-FFF2-40B4-BE49-F238E27FC236}">
                <a16:creationId xmlns:a16="http://schemas.microsoft.com/office/drawing/2014/main" id="{6168339D-7660-7157-6BC5-0A2EA0B0D381}"/>
              </a:ext>
            </a:extLst>
          </p:cNvPr>
          <p:cNvSpPr txBox="1">
            <a:spLocks noGrp="1"/>
          </p:cNvSpPr>
          <p:nvPr>
            <p:ph type="title"/>
          </p:nvPr>
        </p:nvSpPr>
        <p:spPr>
          <a:xfrm>
            <a:off x="694175" y="231181"/>
            <a:ext cx="3858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INTRODUCTION</a:t>
            </a:r>
            <a:endParaRPr dirty="0">
              <a:latin typeface="Times New Roman" panose="02020603050405020304" pitchFamily="18" charset="0"/>
              <a:cs typeface="Times New Roman" panose="02020603050405020304" pitchFamily="18" charset="0"/>
            </a:endParaRPr>
          </a:p>
        </p:txBody>
      </p:sp>
      <p:pic>
        <p:nvPicPr>
          <p:cNvPr id="2097170" name="Google Shape;315;p30">
            <a:extLst>
              <a:ext uri="{FF2B5EF4-FFF2-40B4-BE49-F238E27FC236}">
                <a16:creationId xmlns:a16="http://schemas.microsoft.com/office/drawing/2014/main" id="{7C5CC9C7-E746-A23B-9520-94B37EC09C05}"/>
              </a:ext>
            </a:extLst>
          </p:cNvPr>
          <p:cNvPicPr preferRelativeResize="0">
            <a:picLocks/>
          </p:cNvPicPr>
          <p:nvPr/>
        </p:nvPicPr>
        <p:blipFill>
          <a:blip r:embed="rId3">
            <a:alphaModFix amt="79000"/>
          </a:blip>
          <a:stretch>
            <a:fillRect/>
          </a:stretch>
        </p:blipFill>
        <p:spPr>
          <a:xfrm>
            <a:off x="5983938" y="4007797"/>
            <a:ext cx="2344349" cy="2346255"/>
          </a:xfrm>
          <a:prstGeom prst="rect">
            <a:avLst/>
          </a:prstGeom>
          <a:noFill/>
          <a:ln>
            <a:noFill/>
          </a:ln>
        </p:spPr>
      </p:pic>
      <p:cxnSp>
        <p:nvCxnSpPr>
          <p:cNvPr id="3145728" name="Google Shape;316;p30">
            <a:extLst>
              <a:ext uri="{FF2B5EF4-FFF2-40B4-BE49-F238E27FC236}">
                <a16:creationId xmlns:a16="http://schemas.microsoft.com/office/drawing/2014/main" id="{55C0AC6A-A8E3-F368-D71D-6BD05FB9DC1D}"/>
              </a:ext>
            </a:extLst>
          </p:cNvPr>
          <p:cNvCxnSpPr>
            <a:cxnSpLocks/>
          </p:cNvCxnSpPr>
          <p:nvPr/>
        </p:nvCxnSpPr>
        <p:spPr>
          <a:xfrm>
            <a:off x="0" y="803881"/>
            <a:ext cx="3550502" cy="33883"/>
          </a:xfrm>
          <a:prstGeom prst="straightConnector1">
            <a:avLst/>
          </a:prstGeom>
          <a:noFill/>
          <a:ln w="28575" cap="flat" cmpd="sng">
            <a:solidFill>
              <a:schemeClr val="dk2"/>
            </a:solidFill>
            <a:prstDash val="solid"/>
            <a:round/>
            <a:headEnd type="none" w="med" len="med"/>
            <a:tailEnd type="none" w="med" len="med"/>
          </a:ln>
        </p:spPr>
      </p:cxnSp>
      <p:pic>
        <p:nvPicPr>
          <p:cNvPr id="28" name="Picture 27">
            <a:extLst>
              <a:ext uri="{FF2B5EF4-FFF2-40B4-BE49-F238E27FC236}">
                <a16:creationId xmlns:a16="http://schemas.microsoft.com/office/drawing/2014/main" id="{0AC8A842-DB37-AC5A-2B12-B5BAC2A1CA7E}"/>
              </a:ext>
            </a:extLst>
          </p:cNvPr>
          <p:cNvPicPr>
            <a:picLocks noChangeAspect="1"/>
          </p:cNvPicPr>
          <p:nvPr/>
        </p:nvPicPr>
        <p:blipFill>
          <a:blip r:embed="rId4"/>
          <a:stretch>
            <a:fillRect/>
          </a:stretch>
        </p:blipFill>
        <p:spPr>
          <a:xfrm>
            <a:off x="6033468" y="0"/>
            <a:ext cx="3110532" cy="5143500"/>
          </a:xfrm>
          <a:prstGeom prst="rect">
            <a:avLst/>
          </a:prstGeom>
        </p:spPr>
      </p:pic>
      <p:grpSp>
        <p:nvGrpSpPr>
          <p:cNvPr id="7" name="Groupe 6">
            <a:extLst>
              <a:ext uri="{FF2B5EF4-FFF2-40B4-BE49-F238E27FC236}">
                <a16:creationId xmlns:a16="http://schemas.microsoft.com/office/drawing/2014/main" id="{58055960-8A76-DDF7-AA78-1C349DFF3755}"/>
              </a:ext>
            </a:extLst>
          </p:cNvPr>
          <p:cNvGrpSpPr/>
          <p:nvPr/>
        </p:nvGrpSpPr>
        <p:grpSpPr>
          <a:xfrm>
            <a:off x="754264" y="1397280"/>
            <a:ext cx="5211258" cy="553998"/>
            <a:chOff x="710423" y="1092686"/>
            <a:chExt cx="5211258" cy="553998"/>
          </a:xfrm>
        </p:grpSpPr>
        <p:grpSp>
          <p:nvGrpSpPr>
            <p:cNvPr id="5" name="Groupe 4">
              <a:extLst>
                <a:ext uri="{FF2B5EF4-FFF2-40B4-BE49-F238E27FC236}">
                  <a16:creationId xmlns:a16="http://schemas.microsoft.com/office/drawing/2014/main" id="{6C518F6C-31BA-F6DE-900E-2F878B65CBDB}"/>
                </a:ext>
              </a:extLst>
            </p:cNvPr>
            <p:cNvGrpSpPr/>
            <p:nvPr/>
          </p:nvGrpSpPr>
          <p:grpSpPr>
            <a:xfrm>
              <a:off x="710423" y="1111736"/>
              <a:ext cx="506445" cy="430719"/>
              <a:chOff x="936593" y="1258045"/>
              <a:chExt cx="506445" cy="430719"/>
            </a:xfrm>
          </p:grpSpPr>
          <p:sp>
            <p:nvSpPr>
              <p:cNvPr id="3" name="Oval 21">
                <a:extLst>
                  <a:ext uri="{FF2B5EF4-FFF2-40B4-BE49-F238E27FC236}">
                    <a16:creationId xmlns:a16="http://schemas.microsoft.com/office/drawing/2014/main" id="{300D9BDF-4245-5E56-AAAB-A7DC616CED6D}"/>
                  </a:ext>
                </a:extLst>
              </p:cNvPr>
              <p:cNvSpPr/>
              <p:nvPr/>
            </p:nvSpPr>
            <p:spPr>
              <a:xfrm>
                <a:off x="1017556" y="1258045"/>
                <a:ext cx="425482" cy="42663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accent3">
                      <a:lumMod val="75000"/>
                    </a:schemeClr>
                  </a:solidFill>
                </a:endParaRPr>
              </a:p>
            </p:txBody>
          </p:sp>
          <p:sp>
            <p:nvSpPr>
              <p:cNvPr id="4" name="Oval 21">
                <a:extLst>
                  <a:ext uri="{FF2B5EF4-FFF2-40B4-BE49-F238E27FC236}">
                    <a16:creationId xmlns:a16="http://schemas.microsoft.com/office/drawing/2014/main" id="{BFEE1BE0-207F-4C45-CD8B-467A5756A222}"/>
                  </a:ext>
                </a:extLst>
              </p:cNvPr>
              <p:cNvSpPr/>
              <p:nvPr/>
            </p:nvSpPr>
            <p:spPr>
              <a:xfrm>
                <a:off x="936593" y="1262127"/>
                <a:ext cx="425482" cy="426637"/>
              </a:xfrm>
              <a:prstGeom prst="ellipse">
                <a:avLst/>
              </a:prstGeom>
              <a:solidFill>
                <a:srgbClr val="CB1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accent3">
                      <a:lumMod val="75000"/>
                    </a:schemeClr>
                  </a:solidFill>
                </a:endParaRPr>
              </a:p>
            </p:txBody>
          </p:sp>
        </p:grpSp>
        <p:sp>
          <p:nvSpPr>
            <p:cNvPr id="6" name="TextBox 31">
              <a:extLst>
                <a:ext uri="{FF2B5EF4-FFF2-40B4-BE49-F238E27FC236}">
                  <a16:creationId xmlns:a16="http://schemas.microsoft.com/office/drawing/2014/main" id="{5C10BC63-F7BC-8BD5-9872-5C2AC0ED9050}"/>
                </a:ext>
              </a:extLst>
            </p:cNvPr>
            <p:cNvSpPr txBox="1"/>
            <p:nvPr/>
          </p:nvSpPr>
          <p:spPr>
            <a:xfrm>
              <a:off x="1316061" y="1092686"/>
              <a:ext cx="4605620" cy="553998"/>
            </a:xfrm>
            <a:prstGeom prst="rect">
              <a:avLst/>
            </a:prstGeom>
            <a:noFill/>
          </p:spPr>
          <p:txBody>
            <a:bodyPr wrap="square" rtlCol="0">
              <a:spAutoFit/>
            </a:bodyPr>
            <a:lstStyle/>
            <a:p>
              <a:r>
                <a:rPr lang="fr-FR"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Pandémie de la COVID-19 </a:t>
              </a: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fr-FR" dirty="0"/>
            </a:p>
          </p:txBody>
        </p:sp>
      </p:grpSp>
      <p:grpSp>
        <p:nvGrpSpPr>
          <p:cNvPr id="8" name="Groupe 7">
            <a:extLst>
              <a:ext uri="{FF2B5EF4-FFF2-40B4-BE49-F238E27FC236}">
                <a16:creationId xmlns:a16="http://schemas.microsoft.com/office/drawing/2014/main" id="{33FA70D5-2247-1618-315F-E8EE8DD35B1C}"/>
              </a:ext>
            </a:extLst>
          </p:cNvPr>
          <p:cNvGrpSpPr/>
          <p:nvPr/>
        </p:nvGrpSpPr>
        <p:grpSpPr>
          <a:xfrm>
            <a:off x="755694" y="4258818"/>
            <a:ext cx="5211258" cy="449769"/>
            <a:chOff x="710423" y="1092686"/>
            <a:chExt cx="5211258" cy="449769"/>
          </a:xfrm>
        </p:grpSpPr>
        <p:grpSp>
          <p:nvGrpSpPr>
            <p:cNvPr id="9" name="Groupe 8">
              <a:extLst>
                <a:ext uri="{FF2B5EF4-FFF2-40B4-BE49-F238E27FC236}">
                  <a16:creationId xmlns:a16="http://schemas.microsoft.com/office/drawing/2014/main" id="{32374BB4-9EF9-3D6C-67A6-08E012B8977B}"/>
                </a:ext>
              </a:extLst>
            </p:cNvPr>
            <p:cNvGrpSpPr/>
            <p:nvPr/>
          </p:nvGrpSpPr>
          <p:grpSpPr>
            <a:xfrm>
              <a:off x="710423" y="1111736"/>
              <a:ext cx="506445" cy="430719"/>
              <a:chOff x="936593" y="1258045"/>
              <a:chExt cx="506445" cy="430719"/>
            </a:xfrm>
          </p:grpSpPr>
          <p:sp>
            <p:nvSpPr>
              <p:cNvPr id="11" name="Oval 21">
                <a:extLst>
                  <a:ext uri="{FF2B5EF4-FFF2-40B4-BE49-F238E27FC236}">
                    <a16:creationId xmlns:a16="http://schemas.microsoft.com/office/drawing/2014/main" id="{78FB7F05-355F-05B9-CCCD-9AA2D5E38577}"/>
                  </a:ext>
                </a:extLst>
              </p:cNvPr>
              <p:cNvSpPr/>
              <p:nvPr/>
            </p:nvSpPr>
            <p:spPr>
              <a:xfrm>
                <a:off x="1017556" y="1258045"/>
                <a:ext cx="425482" cy="42663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accent3">
                      <a:lumMod val="75000"/>
                    </a:schemeClr>
                  </a:solidFill>
                </a:endParaRPr>
              </a:p>
            </p:txBody>
          </p:sp>
          <p:sp>
            <p:nvSpPr>
              <p:cNvPr id="12" name="Oval 21">
                <a:extLst>
                  <a:ext uri="{FF2B5EF4-FFF2-40B4-BE49-F238E27FC236}">
                    <a16:creationId xmlns:a16="http://schemas.microsoft.com/office/drawing/2014/main" id="{60334BAB-EE21-1502-E9CA-8452E1157769}"/>
                  </a:ext>
                </a:extLst>
              </p:cNvPr>
              <p:cNvSpPr/>
              <p:nvPr/>
            </p:nvSpPr>
            <p:spPr>
              <a:xfrm>
                <a:off x="936593" y="1262127"/>
                <a:ext cx="425482" cy="426637"/>
              </a:xfrm>
              <a:prstGeom prst="ellipse">
                <a:avLst/>
              </a:prstGeom>
              <a:solidFill>
                <a:srgbClr val="CB1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accent3">
                      <a:lumMod val="75000"/>
                    </a:schemeClr>
                  </a:solidFill>
                </a:endParaRPr>
              </a:p>
            </p:txBody>
          </p:sp>
        </p:grpSp>
        <p:sp>
          <p:nvSpPr>
            <p:cNvPr id="10" name="TextBox 31">
              <a:extLst>
                <a:ext uri="{FF2B5EF4-FFF2-40B4-BE49-F238E27FC236}">
                  <a16:creationId xmlns:a16="http://schemas.microsoft.com/office/drawing/2014/main" id="{D1C72D0D-C592-2829-14E0-EF924B8B580D}"/>
                </a:ext>
              </a:extLst>
            </p:cNvPr>
            <p:cNvSpPr txBox="1"/>
            <p:nvPr/>
          </p:nvSpPr>
          <p:spPr>
            <a:xfrm>
              <a:off x="1316061" y="1092686"/>
              <a:ext cx="4605620" cy="338554"/>
            </a:xfrm>
            <a:prstGeom prst="rect">
              <a:avLst/>
            </a:prstGeom>
            <a:noFill/>
          </p:spPr>
          <p:txBody>
            <a:bodyPr wrap="square" rtlCol="0">
              <a:spAutoFit/>
            </a:bodyPr>
            <a:lstStyle/>
            <a:p>
              <a:r>
                <a:rPr lang="fr-FR"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Conception d’une IHM contrôle par des gestes</a:t>
              </a:r>
              <a:endParaRPr lang="fr-FR" dirty="0"/>
            </a:p>
          </p:txBody>
        </p:sp>
      </p:grpSp>
      <p:grpSp>
        <p:nvGrpSpPr>
          <p:cNvPr id="13" name="Groupe 12">
            <a:extLst>
              <a:ext uri="{FF2B5EF4-FFF2-40B4-BE49-F238E27FC236}">
                <a16:creationId xmlns:a16="http://schemas.microsoft.com/office/drawing/2014/main" id="{63B3049E-CD17-F360-CC32-997EFF271FE3}"/>
              </a:ext>
            </a:extLst>
          </p:cNvPr>
          <p:cNvGrpSpPr/>
          <p:nvPr/>
        </p:nvGrpSpPr>
        <p:grpSpPr>
          <a:xfrm>
            <a:off x="754264" y="3301592"/>
            <a:ext cx="5211258" cy="449769"/>
            <a:chOff x="710423" y="1092686"/>
            <a:chExt cx="5211258" cy="449769"/>
          </a:xfrm>
        </p:grpSpPr>
        <p:grpSp>
          <p:nvGrpSpPr>
            <p:cNvPr id="14" name="Groupe 13">
              <a:extLst>
                <a:ext uri="{FF2B5EF4-FFF2-40B4-BE49-F238E27FC236}">
                  <a16:creationId xmlns:a16="http://schemas.microsoft.com/office/drawing/2014/main" id="{2C564A78-CF95-9FC2-018F-3A2C626D9B9C}"/>
                </a:ext>
              </a:extLst>
            </p:cNvPr>
            <p:cNvGrpSpPr/>
            <p:nvPr/>
          </p:nvGrpSpPr>
          <p:grpSpPr>
            <a:xfrm>
              <a:off x="710423" y="1111736"/>
              <a:ext cx="506445" cy="430719"/>
              <a:chOff x="936593" y="1258045"/>
              <a:chExt cx="506445" cy="430719"/>
            </a:xfrm>
          </p:grpSpPr>
          <p:sp>
            <p:nvSpPr>
              <p:cNvPr id="16" name="Oval 21">
                <a:extLst>
                  <a:ext uri="{FF2B5EF4-FFF2-40B4-BE49-F238E27FC236}">
                    <a16:creationId xmlns:a16="http://schemas.microsoft.com/office/drawing/2014/main" id="{AE7CFB06-1AEF-4F71-4A4F-1159E2361DFD}"/>
                  </a:ext>
                </a:extLst>
              </p:cNvPr>
              <p:cNvSpPr/>
              <p:nvPr/>
            </p:nvSpPr>
            <p:spPr>
              <a:xfrm>
                <a:off x="1017556" y="1258045"/>
                <a:ext cx="425482" cy="42663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accent3">
                      <a:lumMod val="75000"/>
                    </a:schemeClr>
                  </a:solidFill>
                </a:endParaRPr>
              </a:p>
            </p:txBody>
          </p:sp>
          <p:sp>
            <p:nvSpPr>
              <p:cNvPr id="17" name="Oval 21">
                <a:extLst>
                  <a:ext uri="{FF2B5EF4-FFF2-40B4-BE49-F238E27FC236}">
                    <a16:creationId xmlns:a16="http://schemas.microsoft.com/office/drawing/2014/main" id="{25FE5799-D6E5-E2D7-1E64-8042E06A7692}"/>
                  </a:ext>
                </a:extLst>
              </p:cNvPr>
              <p:cNvSpPr/>
              <p:nvPr/>
            </p:nvSpPr>
            <p:spPr>
              <a:xfrm>
                <a:off x="936593" y="1262127"/>
                <a:ext cx="425482" cy="426637"/>
              </a:xfrm>
              <a:prstGeom prst="ellipse">
                <a:avLst/>
              </a:prstGeom>
              <a:solidFill>
                <a:srgbClr val="CB1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accent3">
                      <a:lumMod val="75000"/>
                    </a:schemeClr>
                  </a:solidFill>
                </a:endParaRPr>
              </a:p>
            </p:txBody>
          </p:sp>
        </p:grpSp>
        <p:sp>
          <p:nvSpPr>
            <p:cNvPr id="15" name="TextBox 31">
              <a:extLst>
                <a:ext uri="{FF2B5EF4-FFF2-40B4-BE49-F238E27FC236}">
                  <a16:creationId xmlns:a16="http://schemas.microsoft.com/office/drawing/2014/main" id="{EFFD0648-070A-6B33-7F39-EED6CDEB8DE3}"/>
                </a:ext>
              </a:extLst>
            </p:cNvPr>
            <p:cNvSpPr txBox="1"/>
            <p:nvPr/>
          </p:nvSpPr>
          <p:spPr>
            <a:xfrm>
              <a:off x="1316061" y="1092686"/>
              <a:ext cx="4605620" cy="338554"/>
            </a:xfrm>
            <a:prstGeom prst="rect">
              <a:avLst/>
            </a:prstGeom>
            <a:noFill/>
          </p:spPr>
          <p:txBody>
            <a:bodyPr wrap="square" rtlCol="0">
              <a:spAutoFit/>
            </a:bodyPr>
            <a:lstStyle/>
            <a:p>
              <a:r>
                <a:rPr lang="fr-FR"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Systèmes sans contact</a:t>
              </a:r>
              <a:endParaRPr lang="fr-FR" dirty="0"/>
            </a:p>
          </p:txBody>
        </p:sp>
      </p:grpSp>
      <p:grpSp>
        <p:nvGrpSpPr>
          <p:cNvPr id="18" name="Groupe 17">
            <a:extLst>
              <a:ext uri="{FF2B5EF4-FFF2-40B4-BE49-F238E27FC236}">
                <a16:creationId xmlns:a16="http://schemas.microsoft.com/office/drawing/2014/main" id="{404C1E3B-E46E-2084-B6FA-08796CA995B3}"/>
              </a:ext>
            </a:extLst>
          </p:cNvPr>
          <p:cNvGrpSpPr/>
          <p:nvPr/>
        </p:nvGrpSpPr>
        <p:grpSpPr>
          <a:xfrm>
            <a:off x="788237" y="2359334"/>
            <a:ext cx="5211258" cy="553998"/>
            <a:chOff x="710423" y="1092686"/>
            <a:chExt cx="5211258" cy="553998"/>
          </a:xfrm>
        </p:grpSpPr>
        <p:grpSp>
          <p:nvGrpSpPr>
            <p:cNvPr id="22" name="Groupe 21">
              <a:extLst>
                <a:ext uri="{FF2B5EF4-FFF2-40B4-BE49-F238E27FC236}">
                  <a16:creationId xmlns:a16="http://schemas.microsoft.com/office/drawing/2014/main" id="{CFE73346-ED2F-6355-05F0-42A6188BA54D}"/>
                </a:ext>
              </a:extLst>
            </p:cNvPr>
            <p:cNvGrpSpPr/>
            <p:nvPr/>
          </p:nvGrpSpPr>
          <p:grpSpPr>
            <a:xfrm>
              <a:off x="710423" y="1111736"/>
              <a:ext cx="506445" cy="430719"/>
              <a:chOff x="936593" y="1258045"/>
              <a:chExt cx="506445" cy="430719"/>
            </a:xfrm>
          </p:grpSpPr>
          <p:sp>
            <p:nvSpPr>
              <p:cNvPr id="24" name="Oval 21">
                <a:extLst>
                  <a:ext uri="{FF2B5EF4-FFF2-40B4-BE49-F238E27FC236}">
                    <a16:creationId xmlns:a16="http://schemas.microsoft.com/office/drawing/2014/main" id="{B04C8EBF-3970-D01B-C42D-5355B7C0CCB7}"/>
                  </a:ext>
                </a:extLst>
              </p:cNvPr>
              <p:cNvSpPr/>
              <p:nvPr/>
            </p:nvSpPr>
            <p:spPr>
              <a:xfrm>
                <a:off x="1017556" y="1258045"/>
                <a:ext cx="425482" cy="42663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accent3">
                      <a:lumMod val="75000"/>
                    </a:schemeClr>
                  </a:solidFill>
                </a:endParaRPr>
              </a:p>
            </p:txBody>
          </p:sp>
          <p:sp>
            <p:nvSpPr>
              <p:cNvPr id="25" name="Oval 21">
                <a:extLst>
                  <a:ext uri="{FF2B5EF4-FFF2-40B4-BE49-F238E27FC236}">
                    <a16:creationId xmlns:a16="http://schemas.microsoft.com/office/drawing/2014/main" id="{529F7786-5DFC-CF34-8507-BD9A11217062}"/>
                  </a:ext>
                </a:extLst>
              </p:cNvPr>
              <p:cNvSpPr/>
              <p:nvPr/>
            </p:nvSpPr>
            <p:spPr>
              <a:xfrm>
                <a:off x="936593" y="1262127"/>
                <a:ext cx="425482" cy="426637"/>
              </a:xfrm>
              <a:prstGeom prst="ellipse">
                <a:avLst/>
              </a:prstGeom>
              <a:solidFill>
                <a:srgbClr val="CB1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accent3">
                      <a:lumMod val="75000"/>
                    </a:schemeClr>
                  </a:solidFill>
                </a:endParaRPr>
              </a:p>
            </p:txBody>
          </p:sp>
        </p:grpSp>
        <p:sp>
          <p:nvSpPr>
            <p:cNvPr id="23" name="TextBox 31">
              <a:extLst>
                <a:ext uri="{FF2B5EF4-FFF2-40B4-BE49-F238E27FC236}">
                  <a16:creationId xmlns:a16="http://schemas.microsoft.com/office/drawing/2014/main" id="{181C6FA8-2744-7262-972F-C91FD8445B9A}"/>
                </a:ext>
              </a:extLst>
            </p:cNvPr>
            <p:cNvSpPr txBox="1"/>
            <p:nvPr/>
          </p:nvSpPr>
          <p:spPr>
            <a:xfrm>
              <a:off x="1316061" y="1092686"/>
              <a:ext cx="4605620" cy="553998"/>
            </a:xfrm>
            <a:prstGeom prst="rect">
              <a:avLst/>
            </a:prstGeom>
            <a:noFill/>
          </p:spPr>
          <p:txBody>
            <a:bodyPr wrap="square" rtlCol="0">
              <a:spAutoFit/>
            </a:bodyPr>
            <a:lstStyle/>
            <a:p>
              <a:r>
                <a:rPr lang="fr-FR" sz="1600" dirty="0">
                  <a:latin typeface="Times New Roman" panose="02020603050405020304" pitchFamily="18" charset="0"/>
                  <a:ea typeface="Calibri" panose="020F0502020204030204" pitchFamily="34" charset="0"/>
                  <a:cs typeface="Times New Roman" panose="02020603050405020304" pitchFamily="18" charset="0"/>
                </a:rPr>
                <a:t>Prudence accrue (Limitation du contact physique)</a:t>
              </a:r>
              <a:r>
                <a:rPr lang="fr-FR"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fr-FR" dirty="0"/>
            </a:p>
          </p:txBody>
        </p:sp>
      </p:grpSp>
      <p:sp>
        <p:nvSpPr>
          <p:cNvPr id="31" name="Ellipse 30">
            <a:extLst>
              <a:ext uri="{FF2B5EF4-FFF2-40B4-BE49-F238E27FC236}">
                <a16:creationId xmlns:a16="http://schemas.microsoft.com/office/drawing/2014/main" id="{4FE9A790-47E4-731E-6A9F-CDEC949DD72B}"/>
              </a:ext>
            </a:extLst>
          </p:cNvPr>
          <p:cNvSpPr/>
          <p:nvPr/>
        </p:nvSpPr>
        <p:spPr>
          <a:xfrm>
            <a:off x="4191001" y="4597372"/>
            <a:ext cx="457199" cy="470216"/>
          </a:xfrm>
          <a:prstGeom prst="ellipse">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800" b="1" dirty="0"/>
              <a:t>2</a:t>
            </a:r>
          </a:p>
        </p:txBody>
      </p:sp>
    </p:spTree>
    <p:extLst>
      <p:ext uri="{BB962C8B-B14F-4D97-AF65-F5344CB8AC3E}">
        <p14:creationId xmlns:p14="http://schemas.microsoft.com/office/powerpoint/2010/main" val="19179938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097163" name="Google Shape;258;p27"/>
          <p:cNvPicPr preferRelativeResize="0">
            <a:picLocks/>
          </p:cNvPicPr>
          <p:nvPr/>
        </p:nvPicPr>
        <p:blipFill>
          <a:blip r:embed="rId3">
            <a:alphaModFix amt="21000"/>
          </a:blip>
          <a:stretch>
            <a:fillRect/>
          </a:stretch>
        </p:blipFill>
        <p:spPr>
          <a:xfrm>
            <a:off x="-1698657" y="0"/>
            <a:ext cx="4775101" cy="2539096"/>
          </a:xfrm>
          <a:prstGeom prst="rect">
            <a:avLst/>
          </a:prstGeom>
          <a:noFill/>
          <a:ln>
            <a:noFill/>
          </a:ln>
        </p:spPr>
      </p:pic>
      <p:grpSp>
        <p:nvGrpSpPr>
          <p:cNvPr id="38" name="Google Shape;272;p27"/>
          <p:cNvGrpSpPr/>
          <p:nvPr/>
        </p:nvGrpSpPr>
        <p:grpSpPr>
          <a:xfrm>
            <a:off x="-137456" y="3164194"/>
            <a:ext cx="2148213" cy="2635749"/>
            <a:chOff x="5119300" y="3450025"/>
            <a:chExt cx="2148213" cy="2635749"/>
          </a:xfrm>
        </p:grpSpPr>
        <p:pic>
          <p:nvPicPr>
            <p:cNvPr id="2097164" name="Google Shape;273;p27"/>
            <p:cNvPicPr preferRelativeResize="0">
              <a:picLocks/>
            </p:cNvPicPr>
            <p:nvPr/>
          </p:nvPicPr>
          <p:blipFill>
            <a:blip r:embed="rId4">
              <a:alphaModFix/>
            </a:blip>
            <a:stretch>
              <a:fillRect/>
            </a:stretch>
          </p:blipFill>
          <p:spPr>
            <a:xfrm>
              <a:off x="5119300" y="3450025"/>
              <a:ext cx="1691013" cy="1693474"/>
            </a:xfrm>
            <a:prstGeom prst="rect">
              <a:avLst/>
            </a:prstGeom>
            <a:noFill/>
            <a:ln>
              <a:noFill/>
            </a:ln>
          </p:spPr>
        </p:pic>
        <p:pic>
          <p:nvPicPr>
            <p:cNvPr id="2097165" name="Google Shape;274;p27"/>
            <p:cNvPicPr preferRelativeResize="0">
              <a:picLocks/>
            </p:cNvPicPr>
            <p:nvPr/>
          </p:nvPicPr>
          <p:blipFill>
            <a:blip r:embed="rId4">
              <a:alphaModFix/>
            </a:blip>
            <a:stretch>
              <a:fillRect/>
            </a:stretch>
          </p:blipFill>
          <p:spPr>
            <a:xfrm>
              <a:off x="5576500" y="4392300"/>
              <a:ext cx="1691013" cy="1693474"/>
            </a:xfrm>
            <a:prstGeom prst="rect">
              <a:avLst/>
            </a:prstGeom>
            <a:noFill/>
            <a:ln>
              <a:noFill/>
            </a:ln>
          </p:spPr>
        </p:pic>
      </p:grpSp>
      <p:sp>
        <p:nvSpPr>
          <p:cNvPr id="1048590" name="Google Shape;291;p29"/>
          <p:cNvSpPr txBox="1"/>
          <p:nvPr/>
        </p:nvSpPr>
        <p:spPr>
          <a:xfrm>
            <a:off x="115998" y="2123369"/>
            <a:ext cx="1622008"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91919"/>
              </a:buClr>
              <a:buSzPts val="5200"/>
              <a:buFont typeface="Hind"/>
              <a:buNone/>
              <a:defRPr sz="3800" b="1" i="0" u="none" strike="noStrike" cap="none">
                <a:solidFill>
                  <a:schemeClr val="dk1"/>
                </a:solidFill>
                <a:latin typeface="Hind"/>
                <a:ea typeface="Hind"/>
                <a:cs typeface="Hind"/>
                <a:sym typeface="Hind"/>
              </a:defRPr>
            </a:lvl1pPr>
            <a:lvl2pPr marR="0" lvl="1" algn="ctr" rtl="0">
              <a:lnSpc>
                <a:spcPct val="100000"/>
              </a:lnSpc>
              <a:spcBef>
                <a:spcPts val="0"/>
              </a:spcBef>
              <a:spcAft>
                <a:spcPts val="0"/>
              </a:spcAft>
              <a:buClr>
                <a:srgbClr val="191919"/>
              </a:buClr>
              <a:buSzPts val="5200"/>
              <a:buFont typeface="Hind"/>
              <a:buNone/>
              <a:defRPr sz="5200" b="1" i="0" u="none" strike="noStrike" cap="none">
                <a:solidFill>
                  <a:srgbClr val="191919"/>
                </a:solidFill>
                <a:latin typeface="Hind"/>
                <a:ea typeface="Hind"/>
                <a:cs typeface="Hind"/>
                <a:sym typeface="Hind"/>
              </a:defRPr>
            </a:lvl2pPr>
            <a:lvl3pPr marR="0" lvl="2" algn="ctr" rtl="0">
              <a:lnSpc>
                <a:spcPct val="100000"/>
              </a:lnSpc>
              <a:spcBef>
                <a:spcPts val="0"/>
              </a:spcBef>
              <a:spcAft>
                <a:spcPts val="0"/>
              </a:spcAft>
              <a:buClr>
                <a:srgbClr val="191919"/>
              </a:buClr>
              <a:buSzPts val="5200"/>
              <a:buFont typeface="Hind"/>
              <a:buNone/>
              <a:defRPr sz="5200" b="1" i="0" u="none" strike="noStrike" cap="none">
                <a:solidFill>
                  <a:srgbClr val="191919"/>
                </a:solidFill>
                <a:latin typeface="Hind"/>
                <a:ea typeface="Hind"/>
                <a:cs typeface="Hind"/>
                <a:sym typeface="Hind"/>
              </a:defRPr>
            </a:lvl3pPr>
            <a:lvl4pPr marR="0" lvl="3" algn="ctr" rtl="0">
              <a:lnSpc>
                <a:spcPct val="100000"/>
              </a:lnSpc>
              <a:spcBef>
                <a:spcPts val="0"/>
              </a:spcBef>
              <a:spcAft>
                <a:spcPts val="0"/>
              </a:spcAft>
              <a:buClr>
                <a:srgbClr val="191919"/>
              </a:buClr>
              <a:buSzPts val="5200"/>
              <a:buFont typeface="Hind"/>
              <a:buNone/>
              <a:defRPr sz="5200" b="1" i="0" u="none" strike="noStrike" cap="none">
                <a:solidFill>
                  <a:srgbClr val="191919"/>
                </a:solidFill>
                <a:latin typeface="Hind"/>
                <a:ea typeface="Hind"/>
                <a:cs typeface="Hind"/>
                <a:sym typeface="Hind"/>
              </a:defRPr>
            </a:lvl4pPr>
            <a:lvl5pPr marR="0" lvl="4" algn="ctr" rtl="0">
              <a:lnSpc>
                <a:spcPct val="100000"/>
              </a:lnSpc>
              <a:spcBef>
                <a:spcPts val="0"/>
              </a:spcBef>
              <a:spcAft>
                <a:spcPts val="0"/>
              </a:spcAft>
              <a:buClr>
                <a:srgbClr val="191919"/>
              </a:buClr>
              <a:buSzPts val="5200"/>
              <a:buFont typeface="Hind"/>
              <a:buNone/>
              <a:defRPr sz="5200" b="1" i="0" u="none" strike="noStrike" cap="none">
                <a:solidFill>
                  <a:srgbClr val="191919"/>
                </a:solidFill>
                <a:latin typeface="Hind"/>
                <a:ea typeface="Hind"/>
                <a:cs typeface="Hind"/>
                <a:sym typeface="Hind"/>
              </a:defRPr>
            </a:lvl5pPr>
            <a:lvl6pPr marR="0" lvl="5" algn="ctr" rtl="0">
              <a:lnSpc>
                <a:spcPct val="100000"/>
              </a:lnSpc>
              <a:spcBef>
                <a:spcPts val="0"/>
              </a:spcBef>
              <a:spcAft>
                <a:spcPts val="0"/>
              </a:spcAft>
              <a:buClr>
                <a:srgbClr val="191919"/>
              </a:buClr>
              <a:buSzPts val="5200"/>
              <a:buFont typeface="Hind"/>
              <a:buNone/>
              <a:defRPr sz="5200" b="1" i="0" u="none" strike="noStrike" cap="none">
                <a:solidFill>
                  <a:srgbClr val="191919"/>
                </a:solidFill>
                <a:latin typeface="Hind"/>
                <a:ea typeface="Hind"/>
                <a:cs typeface="Hind"/>
                <a:sym typeface="Hind"/>
              </a:defRPr>
            </a:lvl6pPr>
            <a:lvl7pPr marR="0" lvl="6" algn="ctr" rtl="0">
              <a:lnSpc>
                <a:spcPct val="100000"/>
              </a:lnSpc>
              <a:spcBef>
                <a:spcPts val="0"/>
              </a:spcBef>
              <a:spcAft>
                <a:spcPts val="0"/>
              </a:spcAft>
              <a:buClr>
                <a:srgbClr val="191919"/>
              </a:buClr>
              <a:buSzPts val="5200"/>
              <a:buFont typeface="Hind"/>
              <a:buNone/>
              <a:defRPr sz="5200" b="1" i="0" u="none" strike="noStrike" cap="none">
                <a:solidFill>
                  <a:srgbClr val="191919"/>
                </a:solidFill>
                <a:latin typeface="Hind"/>
                <a:ea typeface="Hind"/>
                <a:cs typeface="Hind"/>
                <a:sym typeface="Hind"/>
              </a:defRPr>
            </a:lvl7pPr>
            <a:lvl8pPr marR="0" lvl="7" algn="ctr" rtl="0">
              <a:lnSpc>
                <a:spcPct val="100000"/>
              </a:lnSpc>
              <a:spcBef>
                <a:spcPts val="0"/>
              </a:spcBef>
              <a:spcAft>
                <a:spcPts val="0"/>
              </a:spcAft>
              <a:buClr>
                <a:srgbClr val="191919"/>
              </a:buClr>
              <a:buSzPts val="5200"/>
              <a:buFont typeface="Hind"/>
              <a:buNone/>
              <a:defRPr sz="5200" b="1" i="0" u="none" strike="noStrike" cap="none">
                <a:solidFill>
                  <a:srgbClr val="191919"/>
                </a:solidFill>
                <a:latin typeface="Hind"/>
                <a:ea typeface="Hind"/>
                <a:cs typeface="Hind"/>
                <a:sym typeface="Hind"/>
              </a:defRPr>
            </a:lvl8pPr>
            <a:lvl9pPr marR="0" lvl="8" algn="ctr" rtl="0">
              <a:lnSpc>
                <a:spcPct val="100000"/>
              </a:lnSpc>
              <a:spcBef>
                <a:spcPts val="0"/>
              </a:spcBef>
              <a:spcAft>
                <a:spcPts val="0"/>
              </a:spcAft>
              <a:buClr>
                <a:srgbClr val="191919"/>
              </a:buClr>
              <a:buSzPts val="5200"/>
              <a:buFont typeface="Hind"/>
              <a:buNone/>
              <a:defRPr sz="5200" b="1" i="0" u="none" strike="noStrike" cap="none">
                <a:solidFill>
                  <a:srgbClr val="191919"/>
                </a:solidFill>
                <a:latin typeface="Hind"/>
                <a:ea typeface="Hind"/>
                <a:cs typeface="Hind"/>
                <a:sym typeface="Hind"/>
              </a:defRPr>
            </a:lvl9pPr>
          </a:lstStyle>
          <a:p>
            <a:r>
              <a:rPr lang="fr-FR" sz="4000" dirty="0">
                <a:latin typeface="Times New Roman" panose="02020603050405020304" pitchFamily="18" charset="0"/>
                <a:cs typeface="Times New Roman" panose="02020603050405020304" pitchFamily="18" charset="0"/>
              </a:rPr>
              <a:t>PLAN</a:t>
            </a:r>
          </a:p>
        </p:txBody>
      </p:sp>
      <p:grpSp>
        <p:nvGrpSpPr>
          <p:cNvPr id="39" name="Google Shape;1499;p18"/>
          <p:cNvGrpSpPr/>
          <p:nvPr/>
        </p:nvGrpSpPr>
        <p:grpSpPr>
          <a:xfrm>
            <a:off x="1701540" y="432161"/>
            <a:ext cx="3056198" cy="4063618"/>
            <a:chOff x="3049525" y="1569750"/>
            <a:chExt cx="1724425" cy="2292850"/>
          </a:xfrm>
        </p:grpSpPr>
        <p:sp>
          <p:nvSpPr>
            <p:cNvPr id="1048591" name="Google Shape;1500;p18"/>
            <p:cNvSpPr/>
            <p:nvPr/>
          </p:nvSpPr>
          <p:spPr>
            <a:xfrm>
              <a:off x="3628275" y="1569750"/>
              <a:ext cx="809975" cy="441800"/>
            </a:xfrm>
            <a:custGeom>
              <a:avLst/>
              <a:gdLst/>
              <a:ahLst/>
              <a:cxnLst/>
              <a:rect l="l" t="t" r="r" b="b"/>
              <a:pathLst>
                <a:path w="32399" h="17672" extrusionOk="0">
                  <a:moveTo>
                    <a:pt x="1" y="0"/>
                  </a:moveTo>
                  <a:lnTo>
                    <a:pt x="1" y="5985"/>
                  </a:lnTo>
                  <a:cubicBezTo>
                    <a:pt x="10990" y="5985"/>
                    <a:pt x="20966" y="10451"/>
                    <a:pt x="28186" y="17671"/>
                  </a:cubicBezTo>
                  <a:lnTo>
                    <a:pt x="32398" y="13459"/>
                  </a:lnTo>
                  <a:cubicBezTo>
                    <a:pt x="24101" y="5162"/>
                    <a:pt x="12637" y="0"/>
                    <a:pt x="1"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48592" name="Google Shape;1501;p18"/>
            <p:cNvSpPr/>
            <p:nvPr/>
          </p:nvSpPr>
          <p:spPr>
            <a:xfrm>
              <a:off x="3049525" y="2137400"/>
              <a:ext cx="1157550" cy="1157525"/>
            </a:xfrm>
            <a:custGeom>
              <a:avLst/>
              <a:gdLst/>
              <a:ahLst/>
              <a:cxnLst/>
              <a:rect l="l" t="t" r="r" b="b"/>
              <a:pathLst>
                <a:path w="46302" h="46301" extrusionOk="0">
                  <a:moveTo>
                    <a:pt x="23151" y="1"/>
                  </a:moveTo>
                  <a:cubicBezTo>
                    <a:pt x="10357" y="1"/>
                    <a:pt x="1" y="10356"/>
                    <a:pt x="1" y="23151"/>
                  </a:cubicBezTo>
                  <a:cubicBezTo>
                    <a:pt x="1" y="35945"/>
                    <a:pt x="10357" y="46301"/>
                    <a:pt x="23151" y="46301"/>
                  </a:cubicBezTo>
                  <a:cubicBezTo>
                    <a:pt x="35945" y="46301"/>
                    <a:pt x="46301" y="35945"/>
                    <a:pt x="46301" y="23151"/>
                  </a:cubicBezTo>
                  <a:cubicBezTo>
                    <a:pt x="46301" y="10356"/>
                    <a:pt x="35945" y="1"/>
                    <a:pt x="23151"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48593" name="Google Shape;1502;p18"/>
            <p:cNvSpPr/>
            <p:nvPr/>
          </p:nvSpPr>
          <p:spPr>
            <a:xfrm>
              <a:off x="3078025" y="2215575"/>
              <a:ext cx="1099750" cy="1001175"/>
            </a:xfrm>
            <a:custGeom>
              <a:avLst/>
              <a:gdLst/>
              <a:ahLst/>
              <a:cxnLst/>
              <a:rect l="l" t="t" r="r" b="b"/>
              <a:pathLst>
                <a:path w="43990" h="40047" extrusionOk="0">
                  <a:moveTo>
                    <a:pt x="21995" y="1"/>
                  </a:moveTo>
                  <a:cubicBezTo>
                    <a:pt x="16865" y="1"/>
                    <a:pt x="11734" y="1957"/>
                    <a:pt x="7823" y="5868"/>
                  </a:cubicBezTo>
                  <a:cubicBezTo>
                    <a:pt x="1" y="13690"/>
                    <a:pt x="1" y="26357"/>
                    <a:pt x="7823" y="34180"/>
                  </a:cubicBezTo>
                  <a:cubicBezTo>
                    <a:pt x="11734" y="38091"/>
                    <a:pt x="16865" y="40046"/>
                    <a:pt x="21995" y="40046"/>
                  </a:cubicBezTo>
                  <a:cubicBezTo>
                    <a:pt x="27126" y="40046"/>
                    <a:pt x="32256" y="38091"/>
                    <a:pt x="36167" y="34180"/>
                  </a:cubicBezTo>
                  <a:cubicBezTo>
                    <a:pt x="43989" y="26357"/>
                    <a:pt x="43989" y="13690"/>
                    <a:pt x="36167" y="5868"/>
                  </a:cubicBezTo>
                  <a:cubicBezTo>
                    <a:pt x="32256" y="1957"/>
                    <a:pt x="27126" y="1"/>
                    <a:pt x="219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48594" name="Google Shape;1526;p18"/>
            <p:cNvSpPr/>
            <p:nvPr/>
          </p:nvSpPr>
          <p:spPr>
            <a:xfrm>
              <a:off x="3298125" y="2488125"/>
              <a:ext cx="659550" cy="393525"/>
            </a:xfrm>
            <a:custGeom>
              <a:avLst/>
              <a:gdLst/>
              <a:ahLst/>
              <a:cxnLst/>
              <a:rect l="l" t="t" r="r" b="b"/>
              <a:pathLst>
                <a:path w="26382" h="15741" extrusionOk="0">
                  <a:moveTo>
                    <a:pt x="23499" y="983"/>
                  </a:moveTo>
                  <a:cubicBezTo>
                    <a:pt x="24544" y="983"/>
                    <a:pt x="25400" y="1838"/>
                    <a:pt x="25400" y="2883"/>
                  </a:cubicBezTo>
                  <a:lnTo>
                    <a:pt x="25400" y="12859"/>
                  </a:lnTo>
                  <a:cubicBezTo>
                    <a:pt x="25400" y="13904"/>
                    <a:pt x="24544" y="14759"/>
                    <a:pt x="23499" y="14759"/>
                  </a:cubicBezTo>
                  <a:lnTo>
                    <a:pt x="2883" y="14759"/>
                  </a:lnTo>
                  <a:cubicBezTo>
                    <a:pt x="1838" y="14759"/>
                    <a:pt x="983" y="13904"/>
                    <a:pt x="983" y="12859"/>
                  </a:cubicBezTo>
                  <a:lnTo>
                    <a:pt x="983" y="2883"/>
                  </a:lnTo>
                  <a:cubicBezTo>
                    <a:pt x="983" y="1838"/>
                    <a:pt x="1838" y="983"/>
                    <a:pt x="2883" y="983"/>
                  </a:cubicBezTo>
                  <a:close/>
                  <a:moveTo>
                    <a:pt x="2883" y="1"/>
                  </a:moveTo>
                  <a:cubicBezTo>
                    <a:pt x="1299" y="1"/>
                    <a:pt x="1" y="1299"/>
                    <a:pt x="1" y="2883"/>
                  </a:cubicBezTo>
                  <a:lnTo>
                    <a:pt x="1" y="12859"/>
                  </a:lnTo>
                  <a:cubicBezTo>
                    <a:pt x="1" y="14442"/>
                    <a:pt x="1299" y="15740"/>
                    <a:pt x="2883" y="15740"/>
                  </a:cubicBezTo>
                  <a:lnTo>
                    <a:pt x="23499" y="15740"/>
                  </a:lnTo>
                  <a:cubicBezTo>
                    <a:pt x="25083" y="15740"/>
                    <a:pt x="26381" y="14442"/>
                    <a:pt x="26381" y="12859"/>
                  </a:cubicBezTo>
                  <a:lnTo>
                    <a:pt x="26381" y="2883"/>
                  </a:lnTo>
                  <a:cubicBezTo>
                    <a:pt x="26381" y="1299"/>
                    <a:pt x="25083" y="1"/>
                    <a:pt x="23499" y="1"/>
                  </a:cubicBezTo>
                  <a:close/>
                </a:path>
              </a:pathLst>
            </a:custGeom>
            <a:solidFill>
              <a:schemeClr val="bg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48595" name="Google Shape;1527;p18"/>
            <p:cNvSpPr/>
            <p:nvPr/>
          </p:nvSpPr>
          <p:spPr>
            <a:xfrm>
              <a:off x="3313975" y="2815125"/>
              <a:ext cx="631825" cy="54650"/>
            </a:xfrm>
            <a:custGeom>
              <a:avLst/>
              <a:gdLst/>
              <a:ahLst/>
              <a:cxnLst/>
              <a:rect l="l" t="t" r="r" b="b"/>
              <a:pathLst>
                <a:path w="25273" h="2186" extrusionOk="0">
                  <a:moveTo>
                    <a:pt x="0" y="0"/>
                  </a:moveTo>
                  <a:lnTo>
                    <a:pt x="0" y="285"/>
                  </a:lnTo>
                  <a:cubicBezTo>
                    <a:pt x="0" y="1330"/>
                    <a:pt x="855" y="2185"/>
                    <a:pt x="1900" y="2185"/>
                  </a:cubicBezTo>
                  <a:lnTo>
                    <a:pt x="23372" y="2185"/>
                  </a:lnTo>
                  <a:cubicBezTo>
                    <a:pt x="24417" y="2185"/>
                    <a:pt x="25272" y="1330"/>
                    <a:pt x="25272" y="285"/>
                  </a:cubicBezTo>
                  <a:lnTo>
                    <a:pt x="25272" y="0"/>
                  </a:lnTo>
                  <a:close/>
                </a:path>
              </a:pathLst>
            </a:custGeom>
            <a:solidFill>
              <a:schemeClr val="bg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48596" name="Google Shape;1528;p18"/>
            <p:cNvSpPr/>
            <p:nvPr/>
          </p:nvSpPr>
          <p:spPr>
            <a:xfrm>
              <a:off x="3583950" y="2820650"/>
              <a:ext cx="111650" cy="111675"/>
            </a:xfrm>
            <a:custGeom>
              <a:avLst/>
              <a:gdLst/>
              <a:ahLst/>
              <a:cxnLst/>
              <a:rect l="l" t="t" r="r" b="b"/>
              <a:pathLst>
                <a:path w="4466" h="4467" extrusionOk="0">
                  <a:moveTo>
                    <a:pt x="0" y="1"/>
                  </a:moveTo>
                  <a:lnTo>
                    <a:pt x="0" y="4466"/>
                  </a:lnTo>
                  <a:lnTo>
                    <a:pt x="4466" y="4466"/>
                  </a:lnTo>
                  <a:lnTo>
                    <a:pt x="4466" y="1"/>
                  </a:lnTo>
                  <a:close/>
                </a:path>
              </a:pathLst>
            </a:custGeom>
            <a:solidFill>
              <a:schemeClr val="bg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48597" name="Google Shape;1529;p18"/>
            <p:cNvSpPr/>
            <p:nvPr/>
          </p:nvSpPr>
          <p:spPr>
            <a:xfrm>
              <a:off x="3487350" y="2915675"/>
              <a:ext cx="311175" cy="28525"/>
            </a:xfrm>
            <a:custGeom>
              <a:avLst/>
              <a:gdLst/>
              <a:ahLst/>
              <a:cxnLst/>
              <a:rect l="l" t="t" r="r" b="b"/>
              <a:pathLst>
                <a:path w="12447" h="1141" extrusionOk="0">
                  <a:moveTo>
                    <a:pt x="1" y="0"/>
                  </a:moveTo>
                  <a:lnTo>
                    <a:pt x="1" y="1140"/>
                  </a:lnTo>
                  <a:lnTo>
                    <a:pt x="12447" y="1140"/>
                  </a:lnTo>
                  <a:lnTo>
                    <a:pt x="12447" y="0"/>
                  </a:lnTo>
                  <a:close/>
                </a:path>
              </a:pathLst>
            </a:custGeom>
            <a:solidFill>
              <a:schemeClr val="bg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48598" name="Google Shape;1530;p18"/>
            <p:cNvSpPr/>
            <p:nvPr/>
          </p:nvSpPr>
          <p:spPr>
            <a:xfrm>
              <a:off x="3440650" y="2667075"/>
              <a:ext cx="95025" cy="95825"/>
            </a:xfrm>
            <a:custGeom>
              <a:avLst/>
              <a:gdLst/>
              <a:ahLst/>
              <a:cxnLst/>
              <a:rect l="l" t="t" r="r" b="b"/>
              <a:pathLst>
                <a:path w="3801" h="3833" extrusionOk="0">
                  <a:moveTo>
                    <a:pt x="0" y="0"/>
                  </a:moveTo>
                  <a:lnTo>
                    <a:pt x="0" y="3832"/>
                  </a:lnTo>
                  <a:lnTo>
                    <a:pt x="3801" y="3832"/>
                  </a:lnTo>
                  <a:lnTo>
                    <a:pt x="3801"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48599" name="Google Shape;1531;p18"/>
            <p:cNvSpPr/>
            <p:nvPr/>
          </p:nvSpPr>
          <p:spPr>
            <a:xfrm>
              <a:off x="3575250" y="2621150"/>
              <a:ext cx="95025" cy="140950"/>
            </a:xfrm>
            <a:custGeom>
              <a:avLst/>
              <a:gdLst/>
              <a:ahLst/>
              <a:cxnLst/>
              <a:rect l="l" t="t" r="r" b="b"/>
              <a:pathLst>
                <a:path w="3801" h="5638" extrusionOk="0">
                  <a:moveTo>
                    <a:pt x="0" y="0"/>
                  </a:moveTo>
                  <a:lnTo>
                    <a:pt x="0" y="5637"/>
                  </a:lnTo>
                  <a:lnTo>
                    <a:pt x="3800" y="5637"/>
                  </a:lnTo>
                  <a:lnTo>
                    <a:pt x="3800" y="0"/>
                  </a:lnTo>
                  <a:close/>
                </a:path>
              </a:pathLst>
            </a:custGeom>
            <a:solidFill>
              <a:schemeClr val="bg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48600" name="Google Shape;1532;p18"/>
            <p:cNvSpPr/>
            <p:nvPr/>
          </p:nvSpPr>
          <p:spPr>
            <a:xfrm>
              <a:off x="3709050" y="2572850"/>
              <a:ext cx="95025" cy="189250"/>
            </a:xfrm>
            <a:custGeom>
              <a:avLst/>
              <a:gdLst/>
              <a:ahLst/>
              <a:cxnLst/>
              <a:rect l="l" t="t" r="r" b="b"/>
              <a:pathLst>
                <a:path w="3801" h="7570" extrusionOk="0">
                  <a:moveTo>
                    <a:pt x="0" y="1"/>
                  </a:moveTo>
                  <a:lnTo>
                    <a:pt x="0" y="7569"/>
                  </a:lnTo>
                  <a:lnTo>
                    <a:pt x="3800" y="7569"/>
                  </a:lnTo>
                  <a:lnTo>
                    <a:pt x="3800" y="1"/>
                  </a:lnTo>
                  <a:close/>
                </a:path>
              </a:pathLst>
            </a:custGeom>
            <a:solidFill>
              <a:schemeClr val="bg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48601" name="Google Shape;1533;p18"/>
            <p:cNvSpPr/>
            <p:nvPr/>
          </p:nvSpPr>
          <p:spPr>
            <a:xfrm>
              <a:off x="3633025" y="3284600"/>
              <a:ext cx="25" cy="467150"/>
            </a:xfrm>
            <a:custGeom>
              <a:avLst/>
              <a:gdLst/>
              <a:ahLst/>
              <a:cxnLst/>
              <a:rect l="l" t="t" r="r" b="b"/>
              <a:pathLst>
                <a:path w="1" h="18686" fill="none" extrusionOk="0">
                  <a:moveTo>
                    <a:pt x="1" y="18686"/>
                  </a:moveTo>
                  <a:lnTo>
                    <a:pt x="1" y="1"/>
                  </a:lnTo>
                </a:path>
              </a:pathLst>
            </a:custGeom>
            <a:noFill/>
            <a:ln w="10300"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48602" name="Google Shape;1534;p18"/>
            <p:cNvSpPr/>
            <p:nvPr/>
          </p:nvSpPr>
          <p:spPr>
            <a:xfrm>
              <a:off x="4182500" y="2716950"/>
              <a:ext cx="467150" cy="25"/>
            </a:xfrm>
            <a:custGeom>
              <a:avLst/>
              <a:gdLst/>
              <a:ahLst/>
              <a:cxnLst/>
              <a:rect l="l" t="t" r="r" b="b"/>
              <a:pathLst>
                <a:path w="18686" h="1" fill="none" extrusionOk="0">
                  <a:moveTo>
                    <a:pt x="18685" y="0"/>
                  </a:moveTo>
                  <a:lnTo>
                    <a:pt x="0" y="0"/>
                  </a:lnTo>
                </a:path>
              </a:pathLst>
            </a:custGeom>
            <a:noFill/>
            <a:ln w="10300"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48603" name="Google Shape;1535;p18"/>
            <p:cNvSpPr/>
            <p:nvPr/>
          </p:nvSpPr>
          <p:spPr>
            <a:xfrm>
              <a:off x="3633025" y="1694050"/>
              <a:ext cx="25" cy="467125"/>
            </a:xfrm>
            <a:custGeom>
              <a:avLst/>
              <a:gdLst/>
              <a:ahLst/>
              <a:cxnLst/>
              <a:rect l="l" t="t" r="r" b="b"/>
              <a:pathLst>
                <a:path w="1" h="18685" fill="none" extrusionOk="0">
                  <a:moveTo>
                    <a:pt x="1" y="18685"/>
                  </a:moveTo>
                  <a:lnTo>
                    <a:pt x="1" y="0"/>
                  </a:lnTo>
                </a:path>
              </a:pathLst>
            </a:custGeom>
            <a:noFill/>
            <a:ln w="10300"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48604" name="Google Shape;1536;p18"/>
            <p:cNvSpPr/>
            <p:nvPr/>
          </p:nvSpPr>
          <p:spPr>
            <a:xfrm>
              <a:off x="4025725" y="2005975"/>
              <a:ext cx="311975" cy="311975"/>
            </a:xfrm>
            <a:custGeom>
              <a:avLst/>
              <a:gdLst/>
              <a:ahLst/>
              <a:cxnLst/>
              <a:rect l="l" t="t" r="r" b="b"/>
              <a:pathLst>
                <a:path w="12479" h="12479" fill="none" extrusionOk="0">
                  <a:moveTo>
                    <a:pt x="1" y="12478"/>
                  </a:moveTo>
                  <a:lnTo>
                    <a:pt x="12478" y="1"/>
                  </a:lnTo>
                </a:path>
              </a:pathLst>
            </a:custGeom>
            <a:noFill/>
            <a:ln w="10300"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48605" name="Google Shape;1537;p18"/>
            <p:cNvSpPr/>
            <p:nvPr/>
          </p:nvSpPr>
          <p:spPr>
            <a:xfrm>
              <a:off x="4021775" y="3109650"/>
              <a:ext cx="311975" cy="311950"/>
            </a:xfrm>
            <a:custGeom>
              <a:avLst/>
              <a:gdLst/>
              <a:ahLst/>
              <a:cxnLst/>
              <a:rect l="l" t="t" r="r" b="b"/>
              <a:pathLst>
                <a:path w="12479" h="12478" fill="none" extrusionOk="0">
                  <a:moveTo>
                    <a:pt x="12478" y="12478"/>
                  </a:moveTo>
                  <a:lnTo>
                    <a:pt x="0" y="0"/>
                  </a:lnTo>
                </a:path>
              </a:pathLst>
            </a:custGeom>
            <a:noFill/>
            <a:ln w="10300"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48606" name="Google Shape;1538;p18"/>
            <p:cNvSpPr/>
            <p:nvPr/>
          </p:nvSpPr>
          <p:spPr>
            <a:xfrm>
              <a:off x="4332925" y="2716150"/>
              <a:ext cx="441025" cy="809950"/>
            </a:xfrm>
            <a:custGeom>
              <a:avLst/>
              <a:gdLst/>
              <a:ahLst/>
              <a:cxnLst/>
              <a:rect l="l" t="t" r="r" b="b"/>
              <a:pathLst>
                <a:path w="17641" h="32398" extrusionOk="0">
                  <a:moveTo>
                    <a:pt x="11686" y="1"/>
                  </a:moveTo>
                  <a:cubicBezTo>
                    <a:pt x="11686" y="10990"/>
                    <a:pt x="7221" y="20965"/>
                    <a:pt x="0" y="28186"/>
                  </a:cubicBezTo>
                  <a:lnTo>
                    <a:pt x="4212" y="32398"/>
                  </a:lnTo>
                  <a:cubicBezTo>
                    <a:pt x="12510" y="24101"/>
                    <a:pt x="17640" y="12636"/>
                    <a:pt x="17640" y="1"/>
                  </a:cubicBezTo>
                  <a:close/>
                </a:path>
              </a:pathLst>
            </a:custGeom>
            <a:solidFill>
              <a:schemeClr val="bg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48607" name="Google Shape;1539;p18"/>
            <p:cNvSpPr/>
            <p:nvPr/>
          </p:nvSpPr>
          <p:spPr>
            <a:xfrm>
              <a:off x="4332125" y="1906225"/>
              <a:ext cx="441825" cy="809950"/>
            </a:xfrm>
            <a:custGeom>
              <a:avLst/>
              <a:gdLst/>
              <a:ahLst/>
              <a:cxnLst/>
              <a:rect l="l" t="t" r="r" b="b"/>
              <a:pathLst>
                <a:path w="17673" h="32398" extrusionOk="0">
                  <a:moveTo>
                    <a:pt x="4244" y="0"/>
                  </a:moveTo>
                  <a:lnTo>
                    <a:pt x="1" y="4212"/>
                  </a:lnTo>
                  <a:cubicBezTo>
                    <a:pt x="7253" y="11433"/>
                    <a:pt x="11718" y="21409"/>
                    <a:pt x="11718" y="32398"/>
                  </a:cubicBezTo>
                  <a:lnTo>
                    <a:pt x="17672" y="32398"/>
                  </a:lnTo>
                  <a:cubicBezTo>
                    <a:pt x="17672" y="19762"/>
                    <a:pt x="12542" y="8298"/>
                    <a:pt x="4244" y="0"/>
                  </a:cubicBezTo>
                  <a:close/>
                </a:path>
              </a:pathLst>
            </a:custGeom>
            <a:solidFill>
              <a:schemeClr val="bg2">
                <a:lumMod val="75000"/>
              </a:schemeClr>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48608" name="Google Shape;1540;p18"/>
            <p:cNvSpPr/>
            <p:nvPr/>
          </p:nvSpPr>
          <p:spPr>
            <a:xfrm>
              <a:off x="3628275" y="3420775"/>
              <a:ext cx="809975" cy="441825"/>
            </a:xfrm>
            <a:custGeom>
              <a:avLst/>
              <a:gdLst/>
              <a:ahLst/>
              <a:cxnLst/>
              <a:rect l="l" t="t" r="r" b="b"/>
              <a:pathLst>
                <a:path w="32399" h="17673" extrusionOk="0">
                  <a:moveTo>
                    <a:pt x="28186" y="1"/>
                  </a:moveTo>
                  <a:cubicBezTo>
                    <a:pt x="20966" y="7221"/>
                    <a:pt x="10990" y="11687"/>
                    <a:pt x="1" y="11687"/>
                  </a:cubicBezTo>
                  <a:lnTo>
                    <a:pt x="1" y="17672"/>
                  </a:lnTo>
                  <a:cubicBezTo>
                    <a:pt x="12637" y="17672"/>
                    <a:pt x="24101" y="12510"/>
                    <a:pt x="32398" y="4213"/>
                  </a:cubicBezTo>
                  <a:lnTo>
                    <a:pt x="28186" y="1"/>
                  </a:lnTo>
                  <a:close/>
                </a:path>
              </a:pathLst>
            </a:custGeom>
            <a:solidFill>
              <a:schemeClr val="bg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nvGrpSpPr>
          <p:cNvPr id="2" name="Groupe 1">
            <a:extLst>
              <a:ext uri="{FF2B5EF4-FFF2-40B4-BE49-F238E27FC236}">
                <a16:creationId xmlns:a16="http://schemas.microsoft.com/office/drawing/2014/main" id="{F5C02716-2883-2DFC-F1D6-7F59F513AEFC}"/>
              </a:ext>
            </a:extLst>
          </p:cNvPr>
          <p:cNvGrpSpPr/>
          <p:nvPr/>
        </p:nvGrpSpPr>
        <p:grpSpPr>
          <a:xfrm>
            <a:off x="3551438" y="195482"/>
            <a:ext cx="5642343" cy="456000"/>
            <a:chOff x="3551438" y="195482"/>
            <a:chExt cx="5642343" cy="456000"/>
          </a:xfrm>
        </p:grpSpPr>
        <p:sp>
          <p:nvSpPr>
            <p:cNvPr id="1048609" name="Google Shape;1542;p18"/>
            <p:cNvSpPr txBox="1"/>
            <p:nvPr/>
          </p:nvSpPr>
          <p:spPr>
            <a:xfrm>
              <a:off x="3551438" y="254876"/>
              <a:ext cx="685012" cy="35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600" b="1" dirty="0">
                  <a:solidFill>
                    <a:srgbClr val="CCCCCC"/>
                  </a:solidFill>
                  <a:latin typeface="Times New Roman" panose="02020603050405020304" pitchFamily="18" charset="0"/>
                  <a:ea typeface="Fira Sans Extra Condensed Medium"/>
                  <a:cs typeface="Times New Roman" panose="02020603050405020304" pitchFamily="18" charset="0"/>
                  <a:sym typeface="Fira Sans Extra Condensed Medium"/>
                </a:rPr>
                <a:t>01</a:t>
              </a:r>
              <a:endParaRPr sz="3600" b="1" dirty="0">
                <a:solidFill>
                  <a:srgbClr val="CCCCCC"/>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1048610" name="Google Shape;1543;p18"/>
            <p:cNvSpPr txBox="1"/>
            <p:nvPr/>
          </p:nvSpPr>
          <p:spPr>
            <a:xfrm>
              <a:off x="4162776" y="195482"/>
              <a:ext cx="5031005" cy="45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FR" sz="1800" b="1" dirty="0">
                  <a:latin typeface="Times New Roman" panose="02020603050405020304" pitchFamily="18" charset="0"/>
                  <a:ea typeface="Fira Sans"/>
                  <a:cs typeface="Times New Roman" panose="02020603050405020304" pitchFamily="18" charset="0"/>
                  <a:sym typeface="Fira Sans"/>
                </a:rPr>
                <a:t>Généralités sur la reconnaissance des gestes </a:t>
              </a:r>
              <a:endParaRPr lang="fr-FR" sz="2000" b="1" dirty="0">
                <a:latin typeface="Times New Roman" panose="02020603050405020304" pitchFamily="18" charset="0"/>
                <a:ea typeface="Fira Sans"/>
                <a:cs typeface="Times New Roman" panose="02020603050405020304" pitchFamily="18" charset="0"/>
                <a:sym typeface="Fira Sans"/>
              </a:endParaRPr>
            </a:p>
          </p:txBody>
        </p:sp>
      </p:grpSp>
      <p:grpSp>
        <p:nvGrpSpPr>
          <p:cNvPr id="3" name="Groupe 2">
            <a:extLst>
              <a:ext uri="{FF2B5EF4-FFF2-40B4-BE49-F238E27FC236}">
                <a16:creationId xmlns:a16="http://schemas.microsoft.com/office/drawing/2014/main" id="{AA655C91-433C-7284-661B-EE54A703C34E}"/>
              </a:ext>
            </a:extLst>
          </p:cNvPr>
          <p:cNvGrpSpPr/>
          <p:nvPr/>
        </p:nvGrpSpPr>
        <p:grpSpPr>
          <a:xfrm>
            <a:off x="4639118" y="1145263"/>
            <a:ext cx="4438207" cy="769793"/>
            <a:chOff x="4639118" y="1145263"/>
            <a:chExt cx="4438207" cy="769793"/>
          </a:xfrm>
        </p:grpSpPr>
        <p:sp>
          <p:nvSpPr>
            <p:cNvPr id="1048611" name="Google Shape;1544;p18"/>
            <p:cNvSpPr txBox="1"/>
            <p:nvPr/>
          </p:nvSpPr>
          <p:spPr>
            <a:xfrm>
              <a:off x="4639118" y="1411268"/>
              <a:ext cx="661653" cy="35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600" b="1" dirty="0">
                  <a:solidFill>
                    <a:schemeClr val="bg2">
                      <a:lumMod val="75000"/>
                    </a:schemeClr>
                  </a:solidFill>
                  <a:latin typeface="Times New Roman" panose="02020603050405020304" pitchFamily="18" charset="0"/>
                  <a:ea typeface="Fira Sans Extra Condensed Medium"/>
                  <a:cs typeface="Times New Roman" panose="02020603050405020304" pitchFamily="18" charset="0"/>
                  <a:sym typeface="Fira Sans Extra Condensed Medium"/>
                </a:rPr>
                <a:t>02</a:t>
              </a:r>
              <a:endParaRPr sz="3600" b="1" dirty="0">
                <a:solidFill>
                  <a:schemeClr val="bg2">
                    <a:lumMod val="75000"/>
                  </a:schemeClr>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1048612" name="Google Shape;1545;p18"/>
            <p:cNvSpPr txBox="1"/>
            <p:nvPr/>
          </p:nvSpPr>
          <p:spPr>
            <a:xfrm>
              <a:off x="5300771" y="1145263"/>
              <a:ext cx="3776554" cy="76979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FR" sz="1800" b="1" dirty="0">
                  <a:latin typeface="Times New Roman" panose="02020603050405020304" pitchFamily="18" charset="0"/>
                  <a:ea typeface="Fira Sans"/>
                  <a:cs typeface="Times New Roman" panose="02020603050405020304" pitchFamily="18" charset="0"/>
                  <a:sym typeface="Fira Sans"/>
                </a:rPr>
                <a:t>Réseau neuronal pour la reconnaissance gestuelle </a:t>
              </a:r>
            </a:p>
          </p:txBody>
        </p:sp>
      </p:grpSp>
      <p:grpSp>
        <p:nvGrpSpPr>
          <p:cNvPr id="4" name="Groupe 3">
            <a:extLst>
              <a:ext uri="{FF2B5EF4-FFF2-40B4-BE49-F238E27FC236}">
                <a16:creationId xmlns:a16="http://schemas.microsoft.com/office/drawing/2014/main" id="{299080AD-BE3E-BCDA-F41F-9B577BE49692}"/>
              </a:ext>
            </a:extLst>
          </p:cNvPr>
          <p:cNvGrpSpPr/>
          <p:nvPr/>
        </p:nvGrpSpPr>
        <p:grpSpPr>
          <a:xfrm>
            <a:off x="4612259" y="2953663"/>
            <a:ext cx="4465066" cy="456000"/>
            <a:chOff x="4612259" y="2953663"/>
            <a:chExt cx="4465066" cy="456000"/>
          </a:xfrm>
        </p:grpSpPr>
        <p:sp>
          <p:nvSpPr>
            <p:cNvPr id="1048613" name="Google Shape;1546;p18"/>
            <p:cNvSpPr txBox="1"/>
            <p:nvPr/>
          </p:nvSpPr>
          <p:spPr>
            <a:xfrm>
              <a:off x="4612259" y="3027104"/>
              <a:ext cx="696931" cy="35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600" b="1" dirty="0">
                  <a:solidFill>
                    <a:schemeClr val="bg1">
                      <a:lumMod val="75000"/>
                    </a:schemeClr>
                  </a:solidFill>
                  <a:latin typeface="Times New Roman" panose="02020603050405020304" pitchFamily="18" charset="0"/>
                  <a:ea typeface="Fira Sans Extra Condensed Medium"/>
                  <a:cs typeface="Times New Roman" panose="02020603050405020304" pitchFamily="18" charset="0"/>
                  <a:sym typeface="Fira Sans Extra Condensed Medium"/>
                </a:rPr>
                <a:t>03</a:t>
              </a:r>
              <a:endParaRPr sz="3600" b="1" dirty="0">
                <a:solidFill>
                  <a:schemeClr val="bg1">
                    <a:lumMod val="75000"/>
                  </a:schemeClr>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1048614" name="Google Shape;1547;p18"/>
            <p:cNvSpPr txBox="1"/>
            <p:nvPr/>
          </p:nvSpPr>
          <p:spPr>
            <a:xfrm>
              <a:off x="5333497" y="2953663"/>
              <a:ext cx="3743828" cy="45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FR" sz="2000" b="1" dirty="0">
                  <a:latin typeface="Times New Roman" panose="02020603050405020304" pitchFamily="18" charset="0"/>
                  <a:ea typeface="Fira Sans"/>
                  <a:cs typeface="Times New Roman" panose="02020603050405020304" pitchFamily="18" charset="0"/>
                  <a:sym typeface="Fira Sans"/>
                </a:rPr>
                <a:t>Réalisation du système contrôlé par des gestes de la main</a:t>
              </a:r>
            </a:p>
          </p:txBody>
        </p:sp>
      </p:grpSp>
      <p:grpSp>
        <p:nvGrpSpPr>
          <p:cNvPr id="7" name="Groupe 6">
            <a:extLst>
              <a:ext uri="{FF2B5EF4-FFF2-40B4-BE49-F238E27FC236}">
                <a16:creationId xmlns:a16="http://schemas.microsoft.com/office/drawing/2014/main" id="{D2BDA7F8-B7A7-4F3A-DEB9-698A886B3BAA}"/>
              </a:ext>
            </a:extLst>
          </p:cNvPr>
          <p:cNvGrpSpPr/>
          <p:nvPr/>
        </p:nvGrpSpPr>
        <p:grpSpPr>
          <a:xfrm>
            <a:off x="3551438" y="4205338"/>
            <a:ext cx="4814038" cy="456000"/>
            <a:chOff x="3551438" y="4205338"/>
            <a:chExt cx="4814038" cy="456000"/>
          </a:xfrm>
        </p:grpSpPr>
        <p:sp>
          <p:nvSpPr>
            <p:cNvPr id="1048615" name="Google Shape;1548;p18"/>
            <p:cNvSpPr txBox="1"/>
            <p:nvPr/>
          </p:nvSpPr>
          <p:spPr>
            <a:xfrm>
              <a:off x="3551438" y="4273207"/>
              <a:ext cx="849068" cy="35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600" b="1" dirty="0">
                  <a:solidFill>
                    <a:schemeClr val="bg2">
                      <a:lumMod val="75000"/>
                    </a:schemeClr>
                  </a:solidFill>
                  <a:latin typeface="Times New Roman" panose="02020603050405020304" pitchFamily="18" charset="0"/>
                  <a:ea typeface="Fira Sans Extra Condensed Medium"/>
                  <a:cs typeface="Times New Roman" panose="02020603050405020304" pitchFamily="18" charset="0"/>
                  <a:sym typeface="Fira Sans Extra Condensed Medium"/>
                </a:rPr>
                <a:t>04</a:t>
              </a:r>
              <a:endParaRPr sz="3600" b="1" dirty="0">
                <a:solidFill>
                  <a:schemeClr val="bg2">
                    <a:lumMod val="75000"/>
                  </a:schemeClr>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1048616" name="Google Shape;1549;p18"/>
            <p:cNvSpPr txBox="1"/>
            <p:nvPr/>
          </p:nvSpPr>
          <p:spPr>
            <a:xfrm>
              <a:off x="4162776" y="4205338"/>
              <a:ext cx="4202700" cy="456000"/>
            </a:xfrm>
            <a:prstGeom prst="rect">
              <a:avLst/>
            </a:prstGeom>
            <a:noFill/>
            <a:ln>
              <a:noFill/>
            </a:ln>
          </p:spPr>
          <p:txBody>
            <a:bodyPr spcFirstLastPara="1" wrap="square" lIns="91425" tIns="91425" rIns="91425" bIns="91425" anchor="t" anchorCtr="0">
              <a:noAutofit/>
            </a:bodyPr>
            <a:lstStyle/>
            <a:p>
              <a:pPr lvl="0"/>
              <a:r>
                <a:rPr lang="fr-FR" sz="2000" b="1" dirty="0">
                  <a:latin typeface="Times New Roman" panose="02020603050405020304" pitchFamily="18" charset="0"/>
                  <a:cs typeface="Times New Roman" panose="02020603050405020304" pitchFamily="18" charset="0"/>
                </a:rPr>
                <a:t>Résultats et interprétations</a:t>
              </a:r>
              <a:endParaRPr lang="fr-FR" sz="1600" b="1" dirty="0">
                <a:latin typeface="Times New Roman" panose="02020603050405020304" pitchFamily="18" charset="0"/>
                <a:ea typeface="Tahoma" panose="020B0604030504040204" pitchFamily="34" charset="0"/>
                <a:cs typeface="Times New Roman" panose="02020603050405020304" pitchFamily="18" charset="0"/>
                <a:sym typeface="Fira Sans"/>
              </a:endParaRPr>
            </a:p>
          </p:txBody>
        </p:sp>
      </p:grpSp>
      <p:grpSp>
        <p:nvGrpSpPr>
          <p:cNvPr id="40" name="Google Shape;8334;p59"/>
          <p:cNvGrpSpPr/>
          <p:nvPr/>
        </p:nvGrpSpPr>
        <p:grpSpPr>
          <a:xfrm>
            <a:off x="3160319" y="960323"/>
            <a:ext cx="359213" cy="327807"/>
            <a:chOff x="1958520" y="2302574"/>
            <a:chExt cx="359213" cy="327807"/>
          </a:xfrm>
        </p:grpSpPr>
        <p:sp>
          <p:nvSpPr>
            <p:cNvPr id="1048617" name="Google Shape;8335;p59"/>
            <p:cNvSpPr/>
            <p:nvPr/>
          </p:nvSpPr>
          <p:spPr>
            <a:xfrm>
              <a:off x="1958520" y="2302574"/>
              <a:ext cx="359213" cy="327807"/>
            </a:xfrm>
            <a:custGeom>
              <a:avLst/>
              <a:gdLst/>
              <a:ahLst/>
              <a:cxnLst/>
              <a:rect l="l" t="t" r="r" b="b"/>
              <a:pathLst>
                <a:path w="11312" h="10323" extrusionOk="0">
                  <a:moveTo>
                    <a:pt x="7168" y="8132"/>
                  </a:moveTo>
                  <a:lnTo>
                    <a:pt x="7501" y="9204"/>
                  </a:lnTo>
                  <a:lnTo>
                    <a:pt x="3799" y="9204"/>
                  </a:lnTo>
                  <a:lnTo>
                    <a:pt x="4120" y="8132"/>
                  </a:lnTo>
                  <a:close/>
                  <a:moveTo>
                    <a:pt x="8466" y="9537"/>
                  </a:moveTo>
                  <a:cubicBezTo>
                    <a:pt x="8597" y="9537"/>
                    <a:pt x="8704" y="9656"/>
                    <a:pt x="8704" y="9775"/>
                  </a:cubicBezTo>
                  <a:cubicBezTo>
                    <a:pt x="8704" y="9906"/>
                    <a:pt x="8597" y="10013"/>
                    <a:pt x="8466" y="10013"/>
                  </a:cubicBezTo>
                  <a:lnTo>
                    <a:pt x="2810" y="10013"/>
                  </a:lnTo>
                  <a:cubicBezTo>
                    <a:pt x="2679" y="10013"/>
                    <a:pt x="2572" y="9906"/>
                    <a:pt x="2572" y="9775"/>
                  </a:cubicBezTo>
                  <a:cubicBezTo>
                    <a:pt x="2572" y="9644"/>
                    <a:pt x="2679" y="9537"/>
                    <a:pt x="2810" y="9537"/>
                  </a:cubicBezTo>
                  <a:close/>
                  <a:moveTo>
                    <a:pt x="1072" y="0"/>
                  </a:moveTo>
                  <a:cubicBezTo>
                    <a:pt x="477" y="0"/>
                    <a:pt x="0" y="476"/>
                    <a:pt x="0" y="1072"/>
                  </a:cubicBezTo>
                  <a:lnTo>
                    <a:pt x="0" y="7049"/>
                  </a:lnTo>
                  <a:cubicBezTo>
                    <a:pt x="0" y="7644"/>
                    <a:pt x="477" y="8120"/>
                    <a:pt x="1072" y="8120"/>
                  </a:cubicBezTo>
                  <a:lnTo>
                    <a:pt x="3763" y="8120"/>
                  </a:lnTo>
                  <a:lnTo>
                    <a:pt x="3441" y="9192"/>
                  </a:lnTo>
                  <a:lnTo>
                    <a:pt x="2822" y="9192"/>
                  </a:lnTo>
                  <a:cubicBezTo>
                    <a:pt x="2513" y="9192"/>
                    <a:pt x="2263" y="9442"/>
                    <a:pt x="2263" y="9751"/>
                  </a:cubicBezTo>
                  <a:cubicBezTo>
                    <a:pt x="2263" y="10073"/>
                    <a:pt x="2513" y="10323"/>
                    <a:pt x="2822" y="10323"/>
                  </a:cubicBezTo>
                  <a:lnTo>
                    <a:pt x="8478" y="10323"/>
                  </a:lnTo>
                  <a:cubicBezTo>
                    <a:pt x="8799" y="10323"/>
                    <a:pt x="9049" y="10073"/>
                    <a:pt x="9049" y="9751"/>
                  </a:cubicBezTo>
                  <a:cubicBezTo>
                    <a:pt x="9049" y="9442"/>
                    <a:pt x="8799" y="9192"/>
                    <a:pt x="8478" y="9192"/>
                  </a:cubicBezTo>
                  <a:lnTo>
                    <a:pt x="7870" y="9192"/>
                  </a:lnTo>
                  <a:lnTo>
                    <a:pt x="7549" y="8120"/>
                  </a:lnTo>
                  <a:lnTo>
                    <a:pt x="10240" y="8120"/>
                  </a:lnTo>
                  <a:cubicBezTo>
                    <a:pt x="10835" y="8120"/>
                    <a:pt x="11311" y="7644"/>
                    <a:pt x="11311" y="7049"/>
                  </a:cubicBezTo>
                  <a:lnTo>
                    <a:pt x="11311" y="1072"/>
                  </a:lnTo>
                  <a:cubicBezTo>
                    <a:pt x="11299" y="488"/>
                    <a:pt x="10823" y="0"/>
                    <a:pt x="10228" y="0"/>
                  </a:cubicBezTo>
                  <a:lnTo>
                    <a:pt x="2786" y="0"/>
                  </a:lnTo>
                  <a:cubicBezTo>
                    <a:pt x="2691" y="0"/>
                    <a:pt x="2620" y="72"/>
                    <a:pt x="2620" y="155"/>
                  </a:cubicBezTo>
                  <a:cubicBezTo>
                    <a:pt x="2620" y="250"/>
                    <a:pt x="2691" y="322"/>
                    <a:pt x="2786" y="322"/>
                  </a:cubicBezTo>
                  <a:lnTo>
                    <a:pt x="10228" y="322"/>
                  </a:lnTo>
                  <a:cubicBezTo>
                    <a:pt x="10621" y="322"/>
                    <a:pt x="10966" y="655"/>
                    <a:pt x="10966" y="1072"/>
                  </a:cubicBezTo>
                  <a:lnTo>
                    <a:pt x="10966" y="7049"/>
                  </a:lnTo>
                  <a:cubicBezTo>
                    <a:pt x="10966" y="7453"/>
                    <a:pt x="10645" y="7799"/>
                    <a:pt x="10228" y="7799"/>
                  </a:cubicBezTo>
                  <a:lnTo>
                    <a:pt x="1072" y="7799"/>
                  </a:lnTo>
                  <a:cubicBezTo>
                    <a:pt x="667" y="7799"/>
                    <a:pt x="322" y="7465"/>
                    <a:pt x="322" y="7049"/>
                  </a:cubicBezTo>
                  <a:lnTo>
                    <a:pt x="322" y="1072"/>
                  </a:lnTo>
                  <a:cubicBezTo>
                    <a:pt x="322" y="667"/>
                    <a:pt x="655" y="322"/>
                    <a:pt x="1072" y="322"/>
                  </a:cubicBezTo>
                  <a:lnTo>
                    <a:pt x="2108" y="322"/>
                  </a:lnTo>
                  <a:cubicBezTo>
                    <a:pt x="2203" y="322"/>
                    <a:pt x="2275" y="250"/>
                    <a:pt x="2275" y="155"/>
                  </a:cubicBezTo>
                  <a:cubicBezTo>
                    <a:pt x="2275" y="72"/>
                    <a:pt x="2203" y="0"/>
                    <a:pt x="21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18" name="Google Shape;8336;p59"/>
            <p:cNvSpPr/>
            <p:nvPr/>
          </p:nvSpPr>
          <p:spPr>
            <a:xfrm>
              <a:off x="1986877" y="2331313"/>
              <a:ext cx="302117" cy="184909"/>
            </a:xfrm>
            <a:custGeom>
              <a:avLst/>
              <a:gdLst/>
              <a:ahLst/>
              <a:cxnLst/>
              <a:rect l="l" t="t" r="r" b="b"/>
              <a:pathLst>
                <a:path w="9514" h="5823" extrusionOk="0">
                  <a:moveTo>
                    <a:pt x="179" y="0"/>
                  </a:moveTo>
                  <a:cubicBezTo>
                    <a:pt x="72" y="0"/>
                    <a:pt x="0" y="71"/>
                    <a:pt x="0" y="179"/>
                  </a:cubicBezTo>
                  <a:lnTo>
                    <a:pt x="0" y="5656"/>
                  </a:lnTo>
                  <a:cubicBezTo>
                    <a:pt x="0" y="5739"/>
                    <a:pt x="72" y="5822"/>
                    <a:pt x="167" y="5822"/>
                  </a:cubicBezTo>
                  <a:lnTo>
                    <a:pt x="9347" y="5822"/>
                  </a:lnTo>
                  <a:cubicBezTo>
                    <a:pt x="9430" y="5822"/>
                    <a:pt x="9513" y="5739"/>
                    <a:pt x="9513" y="5656"/>
                  </a:cubicBezTo>
                  <a:lnTo>
                    <a:pt x="9513" y="5072"/>
                  </a:lnTo>
                  <a:cubicBezTo>
                    <a:pt x="9513" y="4989"/>
                    <a:pt x="9430" y="4905"/>
                    <a:pt x="9347" y="4905"/>
                  </a:cubicBezTo>
                  <a:cubicBezTo>
                    <a:pt x="9252" y="4905"/>
                    <a:pt x="9180" y="4989"/>
                    <a:pt x="9180" y="5072"/>
                  </a:cubicBezTo>
                  <a:lnTo>
                    <a:pt x="9180" y="5489"/>
                  </a:lnTo>
                  <a:lnTo>
                    <a:pt x="346" y="5489"/>
                  </a:lnTo>
                  <a:lnTo>
                    <a:pt x="346" y="345"/>
                  </a:lnTo>
                  <a:lnTo>
                    <a:pt x="9180" y="345"/>
                  </a:lnTo>
                  <a:lnTo>
                    <a:pt x="9180" y="4405"/>
                  </a:lnTo>
                  <a:cubicBezTo>
                    <a:pt x="9168" y="4489"/>
                    <a:pt x="9240" y="4572"/>
                    <a:pt x="9347" y="4572"/>
                  </a:cubicBezTo>
                  <a:cubicBezTo>
                    <a:pt x="9430" y="4572"/>
                    <a:pt x="9513" y="4489"/>
                    <a:pt x="9513" y="4405"/>
                  </a:cubicBezTo>
                  <a:lnTo>
                    <a:pt x="9513" y="179"/>
                  </a:lnTo>
                  <a:cubicBezTo>
                    <a:pt x="9513" y="71"/>
                    <a:pt x="9430" y="0"/>
                    <a:pt x="933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19" name="Google Shape;8337;p59"/>
            <p:cNvSpPr/>
            <p:nvPr/>
          </p:nvSpPr>
          <p:spPr>
            <a:xfrm>
              <a:off x="2131521" y="2526701"/>
              <a:ext cx="11908" cy="10638"/>
            </a:xfrm>
            <a:custGeom>
              <a:avLst/>
              <a:gdLst/>
              <a:ahLst/>
              <a:cxnLst/>
              <a:rect l="l" t="t" r="r" b="b"/>
              <a:pathLst>
                <a:path w="375" h="335" extrusionOk="0">
                  <a:moveTo>
                    <a:pt x="176" y="0"/>
                  </a:moveTo>
                  <a:cubicBezTo>
                    <a:pt x="167" y="0"/>
                    <a:pt x="158" y="1"/>
                    <a:pt x="148" y="3"/>
                  </a:cubicBezTo>
                  <a:cubicBezTo>
                    <a:pt x="77" y="26"/>
                    <a:pt x="17" y="86"/>
                    <a:pt x="17" y="157"/>
                  </a:cubicBezTo>
                  <a:cubicBezTo>
                    <a:pt x="1" y="258"/>
                    <a:pt x="95" y="334"/>
                    <a:pt x="186" y="334"/>
                  </a:cubicBezTo>
                  <a:cubicBezTo>
                    <a:pt x="225" y="334"/>
                    <a:pt x="263" y="320"/>
                    <a:pt x="291" y="288"/>
                  </a:cubicBezTo>
                  <a:cubicBezTo>
                    <a:pt x="375" y="229"/>
                    <a:pt x="375" y="145"/>
                    <a:pt x="327" y="86"/>
                  </a:cubicBezTo>
                  <a:cubicBezTo>
                    <a:pt x="296" y="34"/>
                    <a:pt x="238" y="0"/>
                    <a:pt x="1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8334;p59"/>
          <p:cNvGrpSpPr/>
          <p:nvPr/>
        </p:nvGrpSpPr>
        <p:grpSpPr>
          <a:xfrm>
            <a:off x="3877237" y="1732607"/>
            <a:ext cx="359213" cy="327807"/>
            <a:chOff x="1958520" y="2302574"/>
            <a:chExt cx="359213" cy="327807"/>
          </a:xfrm>
        </p:grpSpPr>
        <p:sp>
          <p:nvSpPr>
            <p:cNvPr id="1048620" name="Google Shape;8335;p59"/>
            <p:cNvSpPr/>
            <p:nvPr/>
          </p:nvSpPr>
          <p:spPr>
            <a:xfrm>
              <a:off x="1958520" y="2302574"/>
              <a:ext cx="359213" cy="327807"/>
            </a:xfrm>
            <a:custGeom>
              <a:avLst/>
              <a:gdLst/>
              <a:ahLst/>
              <a:cxnLst/>
              <a:rect l="l" t="t" r="r" b="b"/>
              <a:pathLst>
                <a:path w="11312" h="10323" extrusionOk="0">
                  <a:moveTo>
                    <a:pt x="7168" y="8132"/>
                  </a:moveTo>
                  <a:lnTo>
                    <a:pt x="7501" y="9204"/>
                  </a:lnTo>
                  <a:lnTo>
                    <a:pt x="3799" y="9204"/>
                  </a:lnTo>
                  <a:lnTo>
                    <a:pt x="4120" y="8132"/>
                  </a:lnTo>
                  <a:close/>
                  <a:moveTo>
                    <a:pt x="8466" y="9537"/>
                  </a:moveTo>
                  <a:cubicBezTo>
                    <a:pt x="8597" y="9537"/>
                    <a:pt x="8704" y="9656"/>
                    <a:pt x="8704" y="9775"/>
                  </a:cubicBezTo>
                  <a:cubicBezTo>
                    <a:pt x="8704" y="9906"/>
                    <a:pt x="8597" y="10013"/>
                    <a:pt x="8466" y="10013"/>
                  </a:cubicBezTo>
                  <a:lnTo>
                    <a:pt x="2810" y="10013"/>
                  </a:lnTo>
                  <a:cubicBezTo>
                    <a:pt x="2679" y="10013"/>
                    <a:pt x="2572" y="9906"/>
                    <a:pt x="2572" y="9775"/>
                  </a:cubicBezTo>
                  <a:cubicBezTo>
                    <a:pt x="2572" y="9644"/>
                    <a:pt x="2679" y="9537"/>
                    <a:pt x="2810" y="9537"/>
                  </a:cubicBezTo>
                  <a:close/>
                  <a:moveTo>
                    <a:pt x="1072" y="0"/>
                  </a:moveTo>
                  <a:cubicBezTo>
                    <a:pt x="477" y="0"/>
                    <a:pt x="0" y="476"/>
                    <a:pt x="0" y="1072"/>
                  </a:cubicBezTo>
                  <a:lnTo>
                    <a:pt x="0" y="7049"/>
                  </a:lnTo>
                  <a:cubicBezTo>
                    <a:pt x="0" y="7644"/>
                    <a:pt x="477" y="8120"/>
                    <a:pt x="1072" y="8120"/>
                  </a:cubicBezTo>
                  <a:lnTo>
                    <a:pt x="3763" y="8120"/>
                  </a:lnTo>
                  <a:lnTo>
                    <a:pt x="3441" y="9192"/>
                  </a:lnTo>
                  <a:lnTo>
                    <a:pt x="2822" y="9192"/>
                  </a:lnTo>
                  <a:cubicBezTo>
                    <a:pt x="2513" y="9192"/>
                    <a:pt x="2263" y="9442"/>
                    <a:pt x="2263" y="9751"/>
                  </a:cubicBezTo>
                  <a:cubicBezTo>
                    <a:pt x="2263" y="10073"/>
                    <a:pt x="2513" y="10323"/>
                    <a:pt x="2822" y="10323"/>
                  </a:cubicBezTo>
                  <a:lnTo>
                    <a:pt x="8478" y="10323"/>
                  </a:lnTo>
                  <a:cubicBezTo>
                    <a:pt x="8799" y="10323"/>
                    <a:pt x="9049" y="10073"/>
                    <a:pt x="9049" y="9751"/>
                  </a:cubicBezTo>
                  <a:cubicBezTo>
                    <a:pt x="9049" y="9442"/>
                    <a:pt x="8799" y="9192"/>
                    <a:pt x="8478" y="9192"/>
                  </a:cubicBezTo>
                  <a:lnTo>
                    <a:pt x="7870" y="9192"/>
                  </a:lnTo>
                  <a:lnTo>
                    <a:pt x="7549" y="8120"/>
                  </a:lnTo>
                  <a:lnTo>
                    <a:pt x="10240" y="8120"/>
                  </a:lnTo>
                  <a:cubicBezTo>
                    <a:pt x="10835" y="8120"/>
                    <a:pt x="11311" y="7644"/>
                    <a:pt x="11311" y="7049"/>
                  </a:cubicBezTo>
                  <a:lnTo>
                    <a:pt x="11311" y="1072"/>
                  </a:lnTo>
                  <a:cubicBezTo>
                    <a:pt x="11299" y="488"/>
                    <a:pt x="10823" y="0"/>
                    <a:pt x="10228" y="0"/>
                  </a:cubicBezTo>
                  <a:lnTo>
                    <a:pt x="2786" y="0"/>
                  </a:lnTo>
                  <a:cubicBezTo>
                    <a:pt x="2691" y="0"/>
                    <a:pt x="2620" y="72"/>
                    <a:pt x="2620" y="155"/>
                  </a:cubicBezTo>
                  <a:cubicBezTo>
                    <a:pt x="2620" y="250"/>
                    <a:pt x="2691" y="322"/>
                    <a:pt x="2786" y="322"/>
                  </a:cubicBezTo>
                  <a:lnTo>
                    <a:pt x="10228" y="322"/>
                  </a:lnTo>
                  <a:cubicBezTo>
                    <a:pt x="10621" y="322"/>
                    <a:pt x="10966" y="655"/>
                    <a:pt x="10966" y="1072"/>
                  </a:cubicBezTo>
                  <a:lnTo>
                    <a:pt x="10966" y="7049"/>
                  </a:lnTo>
                  <a:cubicBezTo>
                    <a:pt x="10966" y="7453"/>
                    <a:pt x="10645" y="7799"/>
                    <a:pt x="10228" y="7799"/>
                  </a:cubicBezTo>
                  <a:lnTo>
                    <a:pt x="1072" y="7799"/>
                  </a:lnTo>
                  <a:cubicBezTo>
                    <a:pt x="667" y="7799"/>
                    <a:pt x="322" y="7465"/>
                    <a:pt x="322" y="7049"/>
                  </a:cubicBezTo>
                  <a:lnTo>
                    <a:pt x="322" y="1072"/>
                  </a:lnTo>
                  <a:cubicBezTo>
                    <a:pt x="322" y="667"/>
                    <a:pt x="655" y="322"/>
                    <a:pt x="1072" y="322"/>
                  </a:cubicBezTo>
                  <a:lnTo>
                    <a:pt x="2108" y="322"/>
                  </a:lnTo>
                  <a:cubicBezTo>
                    <a:pt x="2203" y="322"/>
                    <a:pt x="2275" y="250"/>
                    <a:pt x="2275" y="155"/>
                  </a:cubicBezTo>
                  <a:cubicBezTo>
                    <a:pt x="2275" y="72"/>
                    <a:pt x="2203" y="0"/>
                    <a:pt x="21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21" name="Google Shape;8336;p59"/>
            <p:cNvSpPr/>
            <p:nvPr/>
          </p:nvSpPr>
          <p:spPr>
            <a:xfrm>
              <a:off x="1986877" y="2331313"/>
              <a:ext cx="302117" cy="184909"/>
            </a:xfrm>
            <a:custGeom>
              <a:avLst/>
              <a:gdLst/>
              <a:ahLst/>
              <a:cxnLst/>
              <a:rect l="l" t="t" r="r" b="b"/>
              <a:pathLst>
                <a:path w="9514" h="5823" extrusionOk="0">
                  <a:moveTo>
                    <a:pt x="179" y="0"/>
                  </a:moveTo>
                  <a:cubicBezTo>
                    <a:pt x="72" y="0"/>
                    <a:pt x="0" y="71"/>
                    <a:pt x="0" y="179"/>
                  </a:cubicBezTo>
                  <a:lnTo>
                    <a:pt x="0" y="5656"/>
                  </a:lnTo>
                  <a:cubicBezTo>
                    <a:pt x="0" y="5739"/>
                    <a:pt x="72" y="5822"/>
                    <a:pt x="167" y="5822"/>
                  </a:cubicBezTo>
                  <a:lnTo>
                    <a:pt x="9347" y="5822"/>
                  </a:lnTo>
                  <a:cubicBezTo>
                    <a:pt x="9430" y="5822"/>
                    <a:pt x="9513" y="5739"/>
                    <a:pt x="9513" y="5656"/>
                  </a:cubicBezTo>
                  <a:lnTo>
                    <a:pt x="9513" y="5072"/>
                  </a:lnTo>
                  <a:cubicBezTo>
                    <a:pt x="9513" y="4989"/>
                    <a:pt x="9430" y="4905"/>
                    <a:pt x="9347" y="4905"/>
                  </a:cubicBezTo>
                  <a:cubicBezTo>
                    <a:pt x="9252" y="4905"/>
                    <a:pt x="9180" y="4989"/>
                    <a:pt x="9180" y="5072"/>
                  </a:cubicBezTo>
                  <a:lnTo>
                    <a:pt x="9180" y="5489"/>
                  </a:lnTo>
                  <a:lnTo>
                    <a:pt x="346" y="5489"/>
                  </a:lnTo>
                  <a:lnTo>
                    <a:pt x="346" y="345"/>
                  </a:lnTo>
                  <a:lnTo>
                    <a:pt x="9180" y="345"/>
                  </a:lnTo>
                  <a:lnTo>
                    <a:pt x="9180" y="4405"/>
                  </a:lnTo>
                  <a:cubicBezTo>
                    <a:pt x="9168" y="4489"/>
                    <a:pt x="9240" y="4572"/>
                    <a:pt x="9347" y="4572"/>
                  </a:cubicBezTo>
                  <a:cubicBezTo>
                    <a:pt x="9430" y="4572"/>
                    <a:pt x="9513" y="4489"/>
                    <a:pt x="9513" y="4405"/>
                  </a:cubicBezTo>
                  <a:lnTo>
                    <a:pt x="9513" y="179"/>
                  </a:lnTo>
                  <a:cubicBezTo>
                    <a:pt x="9513" y="71"/>
                    <a:pt x="9430" y="0"/>
                    <a:pt x="933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22" name="Google Shape;8337;p59"/>
            <p:cNvSpPr/>
            <p:nvPr/>
          </p:nvSpPr>
          <p:spPr>
            <a:xfrm>
              <a:off x="2131521" y="2526701"/>
              <a:ext cx="11908" cy="10638"/>
            </a:xfrm>
            <a:custGeom>
              <a:avLst/>
              <a:gdLst/>
              <a:ahLst/>
              <a:cxnLst/>
              <a:rect l="l" t="t" r="r" b="b"/>
              <a:pathLst>
                <a:path w="375" h="335" extrusionOk="0">
                  <a:moveTo>
                    <a:pt x="176" y="0"/>
                  </a:moveTo>
                  <a:cubicBezTo>
                    <a:pt x="167" y="0"/>
                    <a:pt x="158" y="1"/>
                    <a:pt x="148" y="3"/>
                  </a:cubicBezTo>
                  <a:cubicBezTo>
                    <a:pt x="77" y="26"/>
                    <a:pt x="17" y="86"/>
                    <a:pt x="17" y="157"/>
                  </a:cubicBezTo>
                  <a:cubicBezTo>
                    <a:pt x="1" y="258"/>
                    <a:pt x="95" y="334"/>
                    <a:pt x="186" y="334"/>
                  </a:cubicBezTo>
                  <a:cubicBezTo>
                    <a:pt x="225" y="334"/>
                    <a:pt x="263" y="320"/>
                    <a:pt x="291" y="288"/>
                  </a:cubicBezTo>
                  <a:cubicBezTo>
                    <a:pt x="375" y="229"/>
                    <a:pt x="375" y="145"/>
                    <a:pt x="327" y="86"/>
                  </a:cubicBezTo>
                  <a:cubicBezTo>
                    <a:pt x="296" y="34"/>
                    <a:pt x="238" y="0"/>
                    <a:pt x="1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8334;p59"/>
          <p:cNvGrpSpPr/>
          <p:nvPr/>
        </p:nvGrpSpPr>
        <p:grpSpPr>
          <a:xfrm>
            <a:off x="3877429" y="2832101"/>
            <a:ext cx="359213" cy="327807"/>
            <a:chOff x="1958520" y="2302574"/>
            <a:chExt cx="359213" cy="327807"/>
          </a:xfrm>
        </p:grpSpPr>
        <p:sp>
          <p:nvSpPr>
            <p:cNvPr id="1048623" name="Google Shape;8335;p59"/>
            <p:cNvSpPr/>
            <p:nvPr/>
          </p:nvSpPr>
          <p:spPr>
            <a:xfrm>
              <a:off x="1958520" y="2302574"/>
              <a:ext cx="359213" cy="327807"/>
            </a:xfrm>
            <a:custGeom>
              <a:avLst/>
              <a:gdLst/>
              <a:ahLst/>
              <a:cxnLst/>
              <a:rect l="l" t="t" r="r" b="b"/>
              <a:pathLst>
                <a:path w="11312" h="10323" extrusionOk="0">
                  <a:moveTo>
                    <a:pt x="7168" y="8132"/>
                  </a:moveTo>
                  <a:lnTo>
                    <a:pt x="7501" y="9204"/>
                  </a:lnTo>
                  <a:lnTo>
                    <a:pt x="3799" y="9204"/>
                  </a:lnTo>
                  <a:lnTo>
                    <a:pt x="4120" y="8132"/>
                  </a:lnTo>
                  <a:close/>
                  <a:moveTo>
                    <a:pt x="8466" y="9537"/>
                  </a:moveTo>
                  <a:cubicBezTo>
                    <a:pt x="8597" y="9537"/>
                    <a:pt x="8704" y="9656"/>
                    <a:pt x="8704" y="9775"/>
                  </a:cubicBezTo>
                  <a:cubicBezTo>
                    <a:pt x="8704" y="9906"/>
                    <a:pt x="8597" y="10013"/>
                    <a:pt x="8466" y="10013"/>
                  </a:cubicBezTo>
                  <a:lnTo>
                    <a:pt x="2810" y="10013"/>
                  </a:lnTo>
                  <a:cubicBezTo>
                    <a:pt x="2679" y="10013"/>
                    <a:pt x="2572" y="9906"/>
                    <a:pt x="2572" y="9775"/>
                  </a:cubicBezTo>
                  <a:cubicBezTo>
                    <a:pt x="2572" y="9644"/>
                    <a:pt x="2679" y="9537"/>
                    <a:pt x="2810" y="9537"/>
                  </a:cubicBezTo>
                  <a:close/>
                  <a:moveTo>
                    <a:pt x="1072" y="0"/>
                  </a:moveTo>
                  <a:cubicBezTo>
                    <a:pt x="477" y="0"/>
                    <a:pt x="0" y="476"/>
                    <a:pt x="0" y="1072"/>
                  </a:cubicBezTo>
                  <a:lnTo>
                    <a:pt x="0" y="7049"/>
                  </a:lnTo>
                  <a:cubicBezTo>
                    <a:pt x="0" y="7644"/>
                    <a:pt x="477" y="8120"/>
                    <a:pt x="1072" y="8120"/>
                  </a:cubicBezTo>
                  <a:lnTo>
                    <a:pt x="3763" y="8120"/>
                  </a:lnTo>
                  <a:lnTo>
                    <a:pt x="3441" y="9192"/>
                  </a:lnTo>
                  <a:lnTo>
                    <a:pt x="2822" y="9192"/>
                  </a:lnTo>
                  <a:cubicBezTo>
                    <a:pt x="2513" y="9192"/>
                    <a:pt x="2263" y="9442"/>
                    <a:pt x="2263" y="9751"/>
                  </a:cubicBezTo>
                  <a:cubicBezTo>
                    <a:pt x="2263" y="10073"/>
                    <a:pt x="2513" y="10323"/>
                    <a:pt x="2822" y="10323"/>
                  </a:cubicBezTo>
                  <a:lnTo>
                    <a:pt x="8478" y="10323"/>
                  </a:lnTo>
                  <a:cubicBezTo>
                    <a:pt x="8799" y="10323"/>
                    <a:pt x="9049" y="10073"/>
                    <a:pt x="9049" y="9751"/>
                  </a:cubicBezTo>
                  <a:cubicBezTo>
                    <a:pt x="9049" y="9442"/>
                    <a:pt x="8799" y="9192"/>
                    <a:pt x="8478" y="9192"/>
                  </a:cubicBezTo>
                  <a:lnTo>
                    <a:pt x="7870" y="9192"/>
                  </a:lnTo>
                  <a:lnTo>
                    <a:pt x="7549" y="8120"/>
                  </a:lnTo>
                  <a:lnTo>
                    <a:pt x="10240" y="8120"/>
                  </a:lnTo>
                  <a:cubicBezTo>
                    <a:pt x="10835" y="8120"/>
                    <a:pt x="11311" y="7644"/>
                    <a:pt x="11311" y="7049"/>
                  </a:cubicBezTo>
                  <a:lnTo>
                    <a:pt x="11311" y="1072"/>
                  </a:lnTo>
                  <a:cubicBezTo>
                    <a:pt x="11299" y="488"/>
                    <a:pt x="10823" y="0"/>
                    <a:pt x="10228" y="0"/>
                  </a:cubicBezTo>
                  <a:lnTo>
                    <a:pt x="2786" y="0"/>
                  </a:lnTo>
                  <a:cubicBezTo>
                    <a:pt x="2691" y="0"/>
                    <a:pt x="2620" y="72"/>
                    <a:pt x="2620" y="155"/>
                  </a:cubicBezTo>
                  <a:cubicBezTo>
                    <a:pt x="2620" y="250"/>
                    <a:pt x="2691" y="322"/>
                    <a:pt x="2786" y="322"/>
                  </a:cubicBezTo>
                  <a:lnTo>
                    <a:pt x="10228" y="322"/>
                  </a:lnTo>
                  <a:cubicBezTo>
                    <a:pt x="10621" y="322"/>
                    <a:pt x="10966" y="655"/>
                    <a:pt x="10966" y="1072"/>
                  </a:cubicBezTo>
                  <a:lnTo>
                    <a:pt x="10966" y="7049"/>
                  </a:lnTo>
                  <a:cubicBezTo>
                    <a:pt x="10966" y="7453"/>
                    <a:pt x="10645" y="7799"/>
                    <a:pt x="10228" y="7799"/>
                  </a:cubicBezTo>
                  <a:lnTo>
                    <a:pt x="1072" y="7799"/>
                  </a:lnTo>
                  <a:cubicBezTo>
                    <a:pt x="667" y="7799"/>
                    <a:pt x="322" y="7465"/>
                    <a:pt x="322" y="7049"/>
                  </a:cubicBezTo>
                  <a:lnTo>
                    <a:pt x="322" y="1072"/>
                  </a:lnTo>
                  <a:cubicBezTo>
                    <a:pt x="322" y="667"/>
                    <a:pt x="655" y="322"/>
                    <a:pt x="1072" y="322"/>
                  </a:cubicBezTo>
                  <a:lnTo>
                    <a:pt x="2108" y="322"/>
                  </a:lnTo>
                  <a:cubicBezTo>
                    <a:pt x="2203" y="322"/>
                    <a:pt x="2275" y="250"/>
                    <a:pt x="2275" y="155"/>
                  </a:cubicBezTo>
                  <a:cubicBezTo>
                    <a:pt x="2275" y="72"/>
                    <a:pt x="2203" y="0"/>
                    <a:pt x="21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24" name="Google Shape;8336;p59"/>
            <p:cNvSpPr/>
            <p:nvPr/>
          </p:nvSpPr>
          <p:spPr>
            <a:xfrm>
              <a:off x="1986877" y="2331313"/>
              <a:ext cx="302117" cy="184909"/>
            </a:xfrm>
            <a:custGeom>
              <a:avLst/>
              <a:gdLst/>
              <a:ahLst/>
              <a:cxnLst/>
              <a:rect l="l" t="t" r="r" b="b"/>
              <a:pathLst>
                <a:path w="9514" h="5823" extrusionOk="0">
                  <a:moveTo>
                    <a:pt x="179" y="0"/>
                  </a:moveTo>
                  <a:cubicBezTo>
                    <a:pt x="72" y="0"/>
                    <a:pt x="0" y="71"/>
                    <a:pt x="0" y="179"/>
                  </a:cubicBezTo>
                  <a:lnTo>
                    <a:pt x="0" y="5656"/>
                  </a:lnTo>
                  <a:cubicBezTo>
                    <a:pt x="0" y="5739"/>
                    <a:pt x="72" y="5822"/>
                    <a:pt x="167" y="5822"/>
                  </a:cubicBezTo>
                  <a:lnTo>
                    <a:pt x="9347" y="5822"/>
                  </a:lnTo>
                  <a:cubicBezTo>
                    <a:pt x="9430" y="5822"/>
                    <a:pt x="9513" y="5739"/>
                    <a:pt x="9513" y="5656"/>
                  </a:cubicBezTo>
                  <a:lnTo>
                    <a:pt x="9513" y="5072"/>
                  </a:lnTo>
                  <a:cubicBezTo>
                    <a:pt x="9513" y="4989"/>
                    <a:pt x="9430" y="4905"/>
                    <a:pt x="9347" y="4905"/>
                  </a:cubicBezTo>
                  <a:cubicBezTo>
                    <a:pt x="9252" y="4905"/>
                    <a:pt x="9180" y="4989"/>
                    <a:pt x="9180" y="5072"/>
                  </a:cubicBezTo>
                  <a:lnTo>
                    <a:pt x="9180" y="5489"/>
                  </a:lnTo>
                  <a:lnTo>
                    <a:pt x="346" y="5489"/>
                  </a:lnTo>
                  <a:lnTo>
                    <a:pt x="346" y="345"/>
                  </a:lnTo>
                  <a:lnTo>
                    <a:pt x="9180" y="345"/>
                  </a:lnTo>
                  <a:lnTo>
                    <a:pt x="9180" y="4405"/>
                  </a:lnTo>
                  <a:cubicBezTo>
                    <a:pt x="9168" y="4489"/>
                    <a:pt x="9240" y="4572"/>
                    <a:pt x="9347" y="4572"/>
                  </a:cubicBezTo>
                  <a:cubicBezTo>
                    <a:pt x="9430" y="4572"/>
                    <a:pt x="9513" y="4489"/>
                    <a:pt x="9513" y="4405"/>
                  </a:cubicBezTo>
                  <a:lnTo>
                    <a:pt x="9513" y="179"/>
                  </a:lnTo>
                  <a:cubicBezTo>
                    <a:pt x="9513" y="71"/>
                    <a:pt x="9430" y="0"/>
                    <a:pt x="933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25" name="Google Shape;8337;p59"/>
            <p:cNvSpPr/>
            <p:nvPr/>
          </p:nvSpPr>
          <p:spPr>
            <a:xfrm>
              <a:off x="2131521" y="2526701"/>
              <a:ext cx="11908" cy="10638"/>
            </a:xfrm>
            <a:custGeom>
              <a:avLst/>
              <a:gdLst/>
              <a:ahLst/>
              <a:cxnLst/>
              <a:rect l="l" t="t" r="r" b="b"/>
              <a:pathLst>
                <a:path w="375" h="335" extrusionOk="0">
                  <a:moveTo>
                    <a:pt x="176" y="0"/>
                  </a:moveTo>
                  <a:cubicBezTo>
                    <a:pt x="167" y="0"/>
                    <a:pt x="158" y="1"/>
                    <a:pt x="148" y="3"/>
                  </a:cubicBezTo>
                  <a:cubicBezTo>
                    <a:pt x="77" y="26"/>
                    <a:pt x="17" y="86"/>
                    <a:pt x="17" y="157"/>
                  </a:cubicBezTo>
                  <a:cubicBezTo>
                    <a:pt x="1" y="258"/>
                    <a:pt x="95" y="334"/>
                    <a:pt x="186" y="334"/>
                  </a:cubicBezTo>
                  <a:cubicBezTo>
                    <a:pt x="225" y="334"/>
                    <a:pt x="263" y="320"/>
                    <a:pt x="291" y="288"/>
                  </a:cubicBezTo>
                  <a:cubicBezTo>
                    <a:pt x="375" y="229"/>
                    <a:pt x="375" y="145"/>
                    <a:pt x="327" y="86"/>
                  </a:cubicBezTo>
                  <a:cubicBezTo>
                    <a:pt x="296" y="34"/>
                    <a:pt x="238" y="0"/>
                    <a:pt x="1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8334;p59"/>
          <p:cNvGrpSpPr/>
          <p:nvPr/>
        </p:nvGrpSpPr>
        <p:grpSpPr>
          <a:xfrm>
            <a:off x="3125255" y="3622734"/>
            <a:ext cx="359213" cy="327807"/>
            <a:chOff x="1958520" y="2302574"/>
            <a:chExt cx="359213" cy="327807"/>
          </a:xfrm>
        </p:grpSpPr>
        <p:sp>
          <p:nvSpPr>
            <p:cNvPr id="1048626" name="Google Shape;8335;p59"/>
            <p:cNvSpPr/>
            <p:nvPr/>
          </p:nvSpPr>
          <p:spPr>
            <a:xfrm>
              <a:off x="1958520" y="2302574"/>
              <a:ext cx="359213" cy="327807"/>
            </a:xfrm>
            <a:custGeom>
              <a:avLst/>
              <a:gdLst/>
              <a:ahLst/>
              <a:cxnLst/>
              <a:rect l="l" t="t" r="r" b="b"/>
              <a:pathLst>
                <a:path w="11312" h="10323" extrusionOk="0">
                  <a:moveTo>
                    <a:pt x="7168" y="8132"/>
                  </a:moveTo>
                  <a:lnTo>
                    <a:pt x="7501" y="9204"/>
                  </a:lnTo>
                  <a:lnTo>
                    <a:pt x="3799" y="9204"/>
                  </a:lnTo>
                  <a:lnTo>
                    <a:pt x="4120" y="8132"/>
                  </a:lnTo>
                  <a:close/>
                  <a:moveTo>
                    <a:pt x="8466" y="9537"/>
                  </a:moveTo>
                  <a:cubicBezTo>
                    <a:pt x="8597" y="9537"/>
                    <a:pt x="8704" y="9656"/>
                    <a:pt x="8704" y="9775"/>
                  </a:cubicBezTo>
                  <a:cubicBezTo>
                    <a:pt x="8704" y="9906"/>
                    <a:pt x="8597" y="10013"/>
                    <a:pt x="8466" y="10013"/>
                  </a:cubicBezTo>
                  <a:lnTo>
                    <a:pt x="2810" y="10013"/>
                  </a:lnTo>
                  <a:cubicBezTo>
                    <a:pt x="2679" y="10013"/>
                    <a:pt x="2572" y="9906"/>
                    <a:pt x="2572" y="9775"/>
                  </a:cubicBezTo>
                  <a:cubicBezTo>
                    <a:pt x="2572" y="9644"/>
                    <a:pt x="2679" y="9537"/>
                    <a:pt x="2810" y="9537"/>
                  </a:cubicBezTo>
                  <a:close/>
                  <a:moveTo>
                    <a:pt x="1072" y="0"/>
                  </a:moveTo>
                  <a:cubicBezTo>
                    <a:pt x="477" y="0"/>
                    <a:pt x="0" y="476"/>
                    <a:pt x="0" y="1072"/>
                  </a:cubicBezTo>
                  <a:lnTo>
                    <a:pt x="0" y="7049"/>
                  </a:lnTo>
                  <a:cubicBezTo>
                    <a:pt x="0" y="7644"/>
                    <a:pt x="477" y="8120"/>
                    <a:pt x="1072" y="8120"/>
                  </a:cubicBezTo>
                  <a:lnTo>
                    <a:pt x="3763" y="8120"/>
                  </a:lnTo>
                  <a:lnTo>
                    <a:pt x="3441" y="9192"/>
                  </a:lnTo>
                  <a:lnTo>
                    <a:pt x="2822" y="9192"/>
                  </a:lnTo>
                  <a:cubicBezTo>
                    <a:pt x="2513" y="9192"/>
                    <a:pt x="2263" y="9442"/>
                    <a:pt x="2263" y="9751"/>
                  </a:cubicBezTo>
                  <a:cubicBezTo>
                    <a:pt x="2263" y="10073"/>
                    <a:pt x="2513" y="10323"/>
                    <a:pt x="2822" y="10323"/>
                  </a:cubicBezTo>
                  <a:lnTo>
                    <a:pt x="8478" y="10323"/>
                  </a:lnTo>
                  <a:cubicBezTo>
                    <a:pt x="8799" y="10323"/>
                    <a:pt x="9049" y="10073"/>
                    <a:pt x="9049" y="9751"/>
                  </a:cubicBezTo>
                  <a:cubicBezTo>
                    <a:pt x="9049" y="9442"/>
                    <a:pt x="8799" y="9192"/>
                    <a:pt x="8478" y="9192"/>
                  </a:cubicBezTo>
                  <a:lnTo>
                    <a:pt x="7870" y="9192"/>
                  </a:lnTo>
                  <a:lnTo>
                    <a:pt x="7549" y="8120"/>
                  </a:lnTo>
                  <a:lnTo>
                    <a:pt x="10240" y="8120"/>
                  </a:lnTo>
                  <a:cubicBezTo>
                    <a:pt x="10835" y="8120"/>
                    <a:pt x="11311" y="7644"/>
                    <a:pt x="11311" y="7049"/>
                  </a:cubicBezTo>
                  <a:lnTo>
                    <a:pt x="11311" y="1072"/>
                  </a:lnTo>
                  <a:cubicBezTo>
                    <a:pt x="11299" y="488"/>
                    <a:pt x="10823" y="0"/>
                    <a:pt x="10228" y="0"/>
                  </a:cubicBezTo>
                  <a:lnTo>
                    <a:pt x="2786" y="0"/>
                  </a:lnTo>
                  <a:cubicBezTo>
                    <a:pt x="2691" y="0"/>
                    <a:pt x="2620" y="72"/>
                    <a:pt x="2620" y="155"/>
                  </a:cubicBezTo>
                  <a:cubicBezTo>
                    <a:pt x="2620" y="250"/>
                    <a:pt x="2691" y="322"/>
                    <a:pt x="2786" y="322"/>
                  </a:cubicBezTo>
                  <a:lnTo>
                    <a:pt x="10228" y="322"/>
                  </a:lnTo>
                  <a:cubicBezTo>
                    <a:pt x="10621" y="322"/>
                    <a:pt x="10966" y="655"/>
                    <a:pt x="10966" y="1072"/>
                  </a:cubicBezTo>
                  <a:lnTo>
                    <a:pt x="10966" y="7049"/>
                  </a:lnTo>
                  <a:cubicBezTo>
                    <a:pt x="10966" y="7453"/>
                    <a:pt x="10645" y="7799"/>
                    <a:pt x="10228" y="7799"/>
                  </a:cubicBezTo>
                  <a:lnTo>
                    <a:pt x="1072" y="7799"/>
                  </a:lnTo>
                  <a:cubicBezTo>
                    <a:pt x="667" y="7799"/>
                    <a:pt x="322" y="7465"/>
                    <a:pt x="322" y="7049"/>
                  </a:cubicBezTo>
                  <a:lnTo>
                    <a:pt x="322" y="1072"/>
                  </a:lnTo>
                  <a:cubicBezTo>
                    <a:pt x="322" y="667"/>
                    <a:pt x="655" y="322"/>
                    <a:pt x="1072" y="322"/>
                  </a:cubicBezTo>
                  <a:lnTo>
                    <a:pt x="2108" y="322"/>
                  </a:lnTo>
                  <a:cubicBezTo>
                    <a:pt x="2203" y="322"/>
                    <a:pt x="2275" y="250"/>
                    <a:pt x="2275" y="155"/>
                  </a:cubicBezTo>
                  <a:cubicBezTo>
                    <a:pt x="2275" y="72"/>
                    <a:pt x="2203" y="0"/>
                    <a:pt x="21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27" name="Google Shape;8336;p59"/>
            <p:cNvSpPr/>
            <p:nvPr/>
          </p:nvSpPr>
          <p:spPr>
            <a:xfrm>
              <a:off x="1986877" y="2331313"/>
              <a:ext cx="302117" cy="184909"/>
            </a:xfrm>
            <a:custGeom>
              <a:avLst/>
              <a:gdLst/>
              <a:ahLst/>
              <a:cxnLst/>
              <a:rect l="l" t="t" r="r" b="b"/>
              <a:pathLst>
                <a:path w="9514" h="5823" extrusionOk="0">
                  <a:moveTo>
                    <a:pt x="179" y="0"/>
                  </a:moveTo>
                  <a:cubicBezTo>
                    <a:pt x="72" y="0"/>
                    <a:pt x="0" y="71"/>
                    <a:pt x="0" y="179"/>
                  </a:cubicBezTo>
                  <a:lnTo>
                    <a:pt x="0" y="5656"/>
                  </a:lnTo>
                  <a:cubicBezTo>
                    <a:pt x="0" y="5739"/>
                    <a:pt x="72" y="5822"/>
                    <a:pt x="167" y="5822"/>
                  </a:cubicBezTo>
                  <a:lnTo>
                    <a:pt x="9347" y="5822"/>
                  </a:lnTo>
                  <a:cubicBezTo>
                    <a:pt x="9430" y="5822"/>
                    <a:pt x="9513" y="5739"/>
                    <a:pt x="9513" y="5656"/>
                  </a:cubicBezTo>
                  <a:lnTo>
                    <a:pt x="9513" y="5072"/>
                  </a:lnTo>
                  <a:cubicBezTo>
                    <a:pt x="9513" y="4989"/>
                    <a:pt x="9430" y="4905"/>
                    <a:pt x="9347" y="4905"/>
                  </a:cubicBezTo>
                  <a:cubicBezTo>
                    <a:pt x="9252" y="4905"/>
                    <a:pt x="9180" y="4989"/>
                    <a:pt x="9180" y="5072"/>
                  </a:cubicBezTo>
                  <a:lnTo>
                    <a:pt x="9180" y="5489"/>
                  </a:lnTo>
                  <a:lnTo>
                    <a:pt x="346" y="5489"/>
                  </a:lnTo>
                  <a:lnTo>
                    <a:pt x="346" y="345"/>
                  </a:lnTo>
                  <a:lnTo>
                    <a:pt x="9180" y="345"/>
                  </a:lnTo>
                  <a:lnTo>
                    <a:pt x="9180" y="4405"/>
                  </a:lnTo>
                  <a:cubicBezTo>
                    <a:pt x="9168" y="4489"/>
                    <a:pt x="9240" y="4572"/>
                    <a:pt x="9347" y="4572"/>
                  </a:cubicBezTo>
                  <a:cubicBezTo>
                    <a:pt x="9430" y="4572"/>
                    <a:pt x="9513" y="4489"/>
                    <a:pt x="9513" y="4405"/>
                  </a:cubicBezTo>
                  <a:lnTo>
                    <a:pt x="9513" y="179"/>
                  </a:lnTo>
                  <a:cubicBezTo>
                    <a:pt x="9513" y="71"/>
                    <a:pt x="9430" y="0"/>
                    <a:pt x="933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28" name="Google Shape;8337;p59"/>
            <p:cNvSpPr/>
            <p:nvPr/>
          </p:nvSpPr>
          <p:spPr>
            <a:xfrm>
              <a:off x="2131521" y="2526701"/>
              <a:ext cx="11908" cy="10638"/>
            </a:xfrm>
            <a:custGeom>
              <a:avLst/>
              <a:gdLst/>
              <a:ahLst/>
              <a:cxnLst/>
              <a:rect l="l" t="t" r="r" b="b"/>
              <a:pathLst>
                <a:path w="375" h="335" extrusionOk="0">
                  <a:moveTo>
                    <a:pt x="176" y="0"/>
                  </a:moveTo>
                  <a:cubicBezTo>
                    <a:pt x="167" y="0"/>
                    <a:pt x="158" y="1"/>
                    <a:pt x="148" y="3"/>
                  </a:cubicBezTo>
                  <a:cubicBezTo>
                    <a:pt x="77" y="26"/>
                    <a:pt x="17" y="86"/>
                    <a:pt x="17" y="157"/>
                  </a:cubicBezTo>
                  <a:cubicBezTo>
                    <a:pt x="1" y="258"/>
                    <a:pt x="95" y="334"/>
                    <a:pt x="186" y="334"/>
                  </a:cubicBezTo>
                  <a:cubicBezTo>
                    <a:pt x="225" y="334"/>
                    <a:pt x="263" y="320"/>
                    <a:pt x="291" y="288"/>
                  </a:cubicBezTo>
                  <a:cubicBezTo>
                    <a:pt x="375" y="229"/>
                    <a:pt x="375" y="145"/>
                    <a:pt x="327" y="86"/>
                  </a:cubicBezTo>
                  <a:cubicBezTo>
                    <a:pt x="296" y="34"/>
                    <a:pt x="238" y="0"/>
                    <a:pt x="1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Ellipse 7">
            <a:extLst>
              <a:ext uri="{FF2B5EF4-FFF2-40B4-BE49-F238E27FC236}">
                <a16:creationId xmlns:a16="http://schemas.microsoft.com/office/drawing/2014/main" id="{35638BFC-8000-D19A-F7F6-BC9A20B6F319}"/>
              </a:ext>
            </a:extLst>
          </p:cNvPr>
          <p:cNvSpPr/>
          <p:nvPr/>
        </p:nvSpPr>
        <p:spPr>
          <a:xfrm>
            <a:off x="8551731" y="4622560"/>
            <a:ext cx="457199" cy="470216"/>
          </a:xfrm>
          <a:prstGeom prst="ellipse">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800" b="1" dirty="0"/>
              <a:t>3</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llipse 2">
            <a:extLst>
              <a:ext uri="{FF2B5EF4-FFF2-40B4-BE49-F238E27FC236}">
                <a16:creationId xmlns:a16="http://schemas.microsoft.com/office/drawing/2014/main" id="{D74241EC-3326-F66F-5AE4-69800C38EB10}"/>
              </a:ext>
            </a:extLst>
          </p:cNvPr>
          <p:cNvSpPr/>
          <p:nvPr/>
        </p:nvSpPr>
        <p:spPr>
          <a:xfrm>
            <a:off x="228600" y="3662269"/>
            <a:ext cx="3027589" cy="28575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a:extLst>
              <a:ext uri="{FF2B5EF4-FFF2-40B4-BE49-F238E27FC236}">
                <a16:creationId xmlns:a16="http://schemas.microsoft.com/office/drawing/2014/main" id="{B6F7257F-BEA9-75AD-45FC-78A6DDCD0CFD}"/>
              </a:ext>
            </a:extLst>
          </p:cNvPr>
          <p:cNvSpPr>
            <a:spLocks noGrp="1"/>
          </p:cNvSpPr>
          <p:nvPr>
            <p:ph type="title"/>
          </p:nvPr>
        </p:nvSpPr>
        <p:spPr>
          <a:xfrm>
            <a:off x="3684662" y="1339147"/>
            <a:ext cx="5372100" cy="3273878"/>
          </a:xfrm>
        </p:spPr>
        <p:txBody>
          <a:bodyPr/>
          <a:lstStyle/>
          <a:p>
            <a:pPr algn="ctr"/>
            <a:br>
              <a:rPr lang="fr-FR" sz="3200" dirty="0">
                <a:solidFill>
                  <a:srgbClr val="FF0000"/>
                </a:solidFill>
                <a:latin typeface="Times New Roman" panose="02020603050405020304" pitchFamily="18" charset="0"/>
                <a:cs typeface="Times New Roman" panose="02020603050405020304" pitchFamily="18" charset="0"/>
              </a:rPr>
            </a:br>
            <a:r>
              <a:rPr lang="fr-FR" sz="3200" dirty="0">
                <a:solidFill>
                  <a:srgbClr val="FF0000"/>
                </a:solidFill>
                <a:latin typeface="Times New Roman" panose="02020603050405020304" pitchFamily="18" charset="0"/>
                <a:cs typeface="Times New Roman" panose="02020603050405020304" pitchFamily="18" charset="0"/>
              </a:rPr>
              <a:t>CHAPITRE 1</a:t>
            </a:r>
            <a:br>
              <a:rPr lang="fr-FR" sz="3200" dirty="0">
                <a:latin typeface="Times New Roman" panose="02020603050405020304" pitchFamily="18" charset="0"/>
                <a:cs typeface="Times New Roman" panose="02020603050405020304" pitchFamily="18" charset="0"/>
              </a:rPr>
            </a:br>
            <a:r>
              <a:rPr lang="fr-FR" sz="3200" b="1" dirty="0">
                <a:latin typeface="Times New Roman" panose="02020603050405020304" pitchFamily="18" charset="0"/>
                <a:ea typeface="Fira Sans"/>
                <a:cs typeface="Times New Roman" panose="02020603050405020304" pitchFamily="18" charset="0"/>
                <a:sym typeface="Fira Sans"/>
              </a:rPr>
              <a:t>Généralités sur la reconnaissance des gestes </a:t>
            </a:r>
            <a:br>
              <a:rPr lang="fr-FR" sz="3600" b="1" dirty="0">
                <a:latin typeface="Times New Roman" panose="02020603050405020304" pitchFamily="18" charset="0"/>
                <a:ea typeface="Fira Sans"/>
                <a:cs typeface="Times New Roman" panose="02020603050405020304" pitchFamily="18" charset="0"/>
                <a:sym typeface="Fira Sans"/>
              </a:rPr>
            </a:br>
            <a:br>
              <a:rPr lang="fr-FR" sz="2000" dirty="0">
                <a:latin typeface="Times New Roman" panose="02020603050405020304" pitchFamily="18" charset="0"/>
                <a:cs typeface="Times New Roman" panose="02020603050405020304" pitchFamily="18" charset="0"/>
              </a:rPr>
            </a:br>
            <a:br>
              <a:rPr lang="fr-FR" sz="2000" dirty="0">
                <a:latin typeface="Times New Roman" panose="02020603050405020304" pitchFamily="18" charset="0"/>
                <a:cs typeface="Times New Roman" panose="02020603050405020304" pitchFamily="18" charset="0"/>
              </a:rPr>
            </a:br>
            <a:endParaRPr lang="fr-FR" sz="2000" dirty="0">
              <a:latin typeface="Times New Roman" panose="02020603050405020304" pitchFamily="18" charset="0"/>
              <a:cs typeface="Times New Roman" panose="02020603050405020304" pitchFamily="18" charset="0"/>
            </a:endParaRPr>
          </a:p>
        </p:txBody>
      </p:sp>
      <p:grpSp>
        <p:nvGrpSpPr>
          <p:cNvPr id="5" name="Group 52">
            <a:extLst>
              <a:ext uri="{FF2B5EF4-FFF2-40B4-BE49-F238E27FC236}">
                <a16:creationId xmlns:a16="http://schemas.microsoft.com/office/drawing/2014/main" id="{CC7B0C69-016C-1467-FDC4-E9F413C705B4}"/>
              </a:ext>
            </a:extLst>
          </p:cNvPr>
          <p:cNvGrpSpPr/>
          <p:nvPr/>
        </p:nvGrpSpPr>
        <p:grpSpPr>
          <a:xfrm>
            <a:off x="715736" y="776968"/>
            <a:ext cx="3065689" cy="3102427"/>
            <a:chOff x="2700338" y="8651875"/>
            <a:chExt cx="6545262" cy="6543675"/>
          </a:xfrm>
          <a:solidFill>
            <a:schemeClr val="tx1"/>
          </a:solidFill>
        </p:grpSpPr>
        <p:sp>
          <p:nvSpPr>
            <p:cNvPr id="6" name="Freeform 18">
              <a:extLst>
                <a:ext uri="{FF2B5EF4-FFF2-40B4-BE49-F238E27FC236}">
                  <a16:creationId xmlns:a16="http://schemas.microsoft.com/office/drawing/2014/main" id="{3EB4F92D-E4FF-B575-7FF4-9279D7B69E00}"/>
                </a:ext>
              </a:extLst>
            </p:cNvPr>
            <p:cNvSpPr>
              <a:spLocks noEditPoints="1"/>
            </p:cNvSpPr>
            <p:nvPr/>
          </p:nvSpPr>
          <p:spPr bwMode="auto">
            <a:xfrm>
              <a:off x="2700338" y="10820400"/>
              <a:ext cx="4376737" cy="4375150"/>
            </a:xfrm>
            <a:custGeom>
              <a:avLst/>
              <a:gdLst>
                <a:gd name="T0" fmla="*/ 477 w 1376"/>
                <a:gd name="T1" fmla="*/ 1360 h 1376"/>
                <a:gd name="T2" fmla="*/ 312 w 1376"/>
                <a:gd name="T3" fmla="*/ 1212 h 1376"/>
                <a:gd name="T4" fmla="*/ 237 w 1376"/>
                <a:gd name="T5" fmla="*/ 1044 h 1376"/>
                <a:gd name="T6" fmla="*/ 64 w 1376"/>
                <a:gd name="T7" fmla="*/ 1013 h 1376"/>
                <a:gd name="T8" fmla="*/ 51 w 1376"/>
                <a:gd name="T9" fmla="*/ 793 h 1376"/>
                <a:gd name="T10" fmla="*/ 117 w 1376"/>
                <a:gd name="T11" fmla="*/ 621 h 1376"/>
                <a:gd name="T12" fmla="*/ 16 w 1376"/>
                <a:gd name="T13" fmla="*/ 476 h 1376"/>
                <a:gd name="T14" fmla="*/ 164 w 1376"/>
                <a:gd name="T15" fmla="*/ 312 h 1376"/>
                <a:gd name="T16" fmla="*/ 332 w 1376"/>
                <a:gd name="T17" fmla="*/ 237 h 1376"/>
                <a:gd name="T18" fmla="*/ 363 w 1376"/>
                <a:gd name="T19" fmla="*/ 63 h 1376"/>
                <a:gd name="T20" fmla="*/ 583 w 1376"/>
                <a:gd name="T21" fmla="*/ 51 h 1376"/>
                <a:gd name="T22" fmla="*/ 755 w 1376"/>
                <a:gd name="T23" fmla="*/ 116 h 1376"/>
                <a:gd name="T24" fmla="*/ 900 w 1376"/>
                <a:gd name="T25" fmla="*/ 16 h 1376"/>
                <a:gd name="T26" fmla="*/ 1064 w 1376"/>
                <a:gd name="T27" fmla="*/ 163 h 1376"/>
                <a:gd name="T28" fmla="*/ 1139 w 1376"/>
                <a:gd name="T29" fmla="*/ 331 h 1376"/>
                <a:gd name="T30" fmla="*/ 1313 w 1376"/>
                <a:gd name="T31" fmla="*/ 362 h 1376"/>
                <a:gd name="T32" fmla="*/ 1360 w 1376"/>
                <a:gd name="T33" fmla="*/ 476 h 1376"/>
                <a:gd name="T34" fmla="*/ 1260 w 1376"/>
                <a:gd name="T35" fmla="*/ 621 h 1376"/>
                <a:gd name="T36" fmla="*/ 1325 w 1376"/>
                <a:gd name="T37" fmla="*/ 793 h 1376"/>
                <a:gd name="T38" fmla="*/ 1313 w 1376"/>
                <a:gd name="T39" fmla="*/ 1013 h 1376"/>
                <a:gd name="T40" fmla="*/ 1139 w 1376"/>
                <a:gd name="T41" fmla="*/ 1044 h 1376"/>
                <a:gd name="T42" fmla="*/ 1064 w 1376"/>
                <a:gd name="T43" fmla="*/ 1212 h 1376"/>
                <a:gd name="T44" fmla="*/ 900 w 1376"/>
                <a:gd name="T45" fmla="*/ 1360 h 1376"/>
                <a:gd name="T46" fmla="*/ 755 w 1376"/>
                <a:gd name="T47" fmla="*/ 1259 h 1376"/>
                <a:gd name="T48" fmla="*/ 583 w 1376"/>
                <a:gd name="T49" fmla="*/ 1325 h 1376"/>
                <a:gd name="T50" fmla="*/ 403 w 1376"/>
                <a:gd name="T51" fmla="*/ 1230 h 1376"/>
                <a:gd name="T52" fmla="*/ 544 w 1376"/>
                <a:gd name="T53" fmla="*/ 1210 h 1376"/>
                <a:gd name="T54" fmla="*/ 748 w 1376"/>
                <a:gd name="T55" fmla="*/ 1167 h 1376"/>
                <a:gd name="T56" fmla="*/ 870 w 1376"/>
                <a:gd name="T57" fmla="*/ 1273 h 1376"/>
                <a:gd name="T58" fmla="*/ 956 w 1376"/>
                <a:gd name="T59" fmla="*/ 1159 h 1376"/>
                <a:gd name="T60" fmla="*/ 1070 w 1376"/>
                <a:gd name="T61" fmla="*/ 985 h 1376"/>
                <a:gd name="T62" fmla="*/ 1230 w 1376"/>
                <a:gd name="T63" fmla="*/ 973 h 1376"/>
                <a:gd name="T64" fmla="*/ 1211 w 1376"/>
                <a:gd name="T65" fmla="*/ 832 h 1376"/>
                <a:gd name="T66" fmla="*/ 1168 w 1376"/>
                <a:gd name="T67" fmla="*/ 628 h 1376"/>
                <a:gd name="T68" fmla="*/ 1274 w 1376"/>
                <a:gd name="T69" fmla="*/ 506 h 1376"/>
                <a:gd name="T70" fmla="*/ 1160 w 1376"/>
                <a:gd name="T71" fmla="*/ 420 h 1376"/>
                <a:gd name="T72" fmla="*/ 986 w 1376"/>
                <a:gd name="T73" fmla="*/ 306 h 1376"/>
                <a:gd name="T74" fmla="*/ 974 w 1376"/>
                <a:gd name="T75" fmla="*/ 146 h 1376"/>
                <a:gd name="T76" fmla="*/ 833 w 1376"/>
                <a:gd name="T77" fmla="*/ 165 h 1376"/>
                <a:gd name="T78" fmla="*/ 629 w 1376"/>
                <a:gd name="T79" fmla="*/ 208 h 1376"/>
                <a:gd name="T80" fmla="*/ 507 w 1376"/>
                <a:gd name="T81" fmla="*/ 102 h 1376"/>
                <a:gd name="T82" fmla="*/ 421 w 1376"/>
                <a:gd name="T83" fmla="*/ 216 h 1376"/>
                <a:gd name="T84" fmla="*/ 307 w 1376"/>
                <a:gd name="T85" fmla="*/ 390 h 1376"/>
                <a:gd name="T86" fmla="*/ 146 w 1376"/>
                <a:gd name="T87" fmla="*/ 402 h 1376"/>
                <a:gd name="T88" fmla="*/ 166 w 1376"/>
                <a:gd name="T89" fmla="*/ 543 h 1376"/>
                <a:gd name="T90" fmla="*/ 209 w 1376"/>
                <a:gd name="T91" fmla="*/ 747 h 1376"/>
                <a:gd name="T92" fmla="*/ 103 w 1376"/>
                <a:gd name="T93" fmla="*/ 869 h 1376"/>
                <a:gd name="T94" fmla="*/ 217 w 1376"/>
                <a:gd name="T95" fmla="*/ 955 h 1376"/>
                <a:gd name="T96" fmla="*/ 391 w 1376"/>
                <a:gd name="T97" fmla="*/ 1069 h 1376"/>
                <a:gd name="T98" fmla="*/ 403 w 1376"/>
                <a:gd name="T99" fmla="*/ 1230 h 1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376" h="1376">
                  <a:moveTo>
                    <a:pt x="509" y="1366"/>
                  </a:moveTo>
                  <a:cubicBezTo>
                    <a:pt x="498" y="1366"/>
                    <a:pt x="487" y="1364"/>
                    <a:pt x="477" y="1360"/>
                  </a:cubicBezTo>
                  <a:cubicBezTo>
                    <a:pt x="363" y="1312"/>
                    <a:pt x="363" y="1312"/>
                    <a:pt x="363" y="1312"/>
                  </a:cubicBezTo>
                  <a:cubicBezTo>
                    <a:pt x="324" y="1296"/>
                    <a:pt x="302" y="1253"/>
                    <a:pt x="312" y="1212"/>
                  </a:cubicBezTo>
                  <a:cubicBezTo>
                    <a:pt x="319" y="1188"/>
                    <a:pt x="325" y="1163"/>
                    <a:pt x="332" y="1139"/>
                  </a:cubicBezTo>
                  <a:cubicBezTo>
                    <a:pt x="297" y="1111"/>
                    <a:pt x="265" y="1079"/>
                    <a:pt x="237" y="1044"/>
                  </a:cubicBezTo>
                  <a:cubicBezTo>
                    <a:pt x="213" y="1051"/>
                    <a:pt x="188" y="1057"/>
                    <a:pt x="164" y="1064"/>
                  </a:cubicBezTo>
                  <a:cubicBezTo>
                    <a:pt x="123" y="1074"/>
                    <a:pt x="80" y="1052"/>
                    <a:pt x="64" y="1013"/>
                  </a:cubicBezTo>
                  <a:cubicBezTo>
                    <a:pt x="16" y="899"/>
                    <a:pt x="16" y="899"/>
                    <a:pt x="16" y="899"/>
                  </a:cubicBezTo>
                  <a:cubicBezTo>
                    <a:pt x="0" y="860"/>
                    <a:pt x="15" y="815"/>
                    <a:pt x="51" y="793"/>
                  </a:cubicBezTo>
                  <a:cubicBezTo>
                    <a:pt x="73" y="780"/>
                    <a:pt x="95" y="767"/>
                    <a:pt x="117" y="754"/>
                  </a:cubicBezTo>
                  <a:cubicBezTo>
                    <a:pt x="112" y="710"/>
                    <a:pt x="112" y="665"/>
                    <a:pt x="117" y="621"/>
                  </a:cubicBezTo>
                  <a:cubicBezTo>
                    <a:pt x="95" y="608"/>
                    <a:pt x="73" y="595"/>
                    <a:pt x="51" y="582"/>
                  </a:cubicBezTo>
                  <a:cubicBezTo>
                    <a:pt x="15" y="561"/>
                    <a:pt x="0" y="515"/>
                    <a:pt x="16" y="476"/>
                  </a:cubicBezTo>
                  <a:cubicBezTo>
                    <a:pt x="64" y="362"/>
                    <a:pt x="64" y="362"/>
                    <a:pt x="64" y="362"/>
                  </a:cubicBezTo>
                  <a:cubicBezTo>
                    <a:pt x="80" y="323"/>
                    <a:pt x="123" y="301"/>
                    <a:pt x="164" y="312"/>
                  </a:cubicBezTo>
                  <a:cubicBezTo>
                    <a:pt x="188" y="318"/>
                    <a:pt x="213" y="324"/>
                    <a:pt x="237" y="331"/>
                  </a:cubicBezTo>
                  <a:cubicBezTo>
                    <a:pt x="265" y="296"/>
                    <a:pt x="297" y="264"/>
                    <a:pt x="332" y="237"/>
                  </a:cubicBezTo>
                  <a:cubicBezTo>
                    <a:pt x="325" y="212"/>
                    <a:pt x="319" y="187"/>
                    <a:pt x="312" y="163"/>
                  </a:cubicBezTo>
                  <a:cubicBezTo>
                    <a:pt x="302" y="122"/>
                    <a:pt x="324" y="79"/>
                    <a:pt x="363" y="63"/>
                  </a:cubicBezTo>
                  <a:cubicBezTo>
                    <a:pt x="477" y="16"/>
                    <a:pt x="477" y="16"/>
                    <a:pt x="477" y="16"/>
                  </a:cubicBezTo>
                  <a:cubicBezTo>
                    <a:pt x="516" y="0"/>
                    <a:pt x="561" y="15"/>
                    <a:pt x="583" y="51"/>
                  </a:cubicBezTo>
                  <a:cubicBezTo>
                    <a:pt x="596" y="72"/>
                    <a:pt x="609" y="94"/>
                    <a:pt x="622" y="116"/>
                  </a:cubicBezTo>
                  <a:cubicBezTo>
                    <a:pt x="666" y="111"/>
                    <a:pt x="711" y="111"/>
                    <a:pt x="755" y="116"/>
                  </a:cubicBezTo>
                  <a:cubicBezTo>
                    <a:pt x="768" y="94"/>
                    <a:pt x="781" y="72"/>
                    <a:pt x="794" y="51"/>
                  </a:cubicBezTo>
                  <a:cubicBezTo>
                    <a:pt x="815" y="15"/>
                    <a:pt x="861" y="0"/>
                    <a:pt x="900" y="16"/>
                  </a:cubicBezTo>
                  <a:cubicBezTo>
                    <a:pt x="1014" y="63"/>
                    <a:pt x="1014" y="63"/>
                    <a:pt x="1014" y="63"/>
                  </a:cubicBezTo>
                  <a:cubicBezTo>
                    <a:pt x="1053" y="79"/>
                    <a:pt x="1075" y="122"/>
                    <a:pt x="1064" y="163"/>
                  </a:cubicBezTo>
                  <a:cubicBezTo>
                    <a:pt x="1058" y="187"/>
                    <a:pt x="1052" y="212"/>
                    <a:pt x="1045" y="237"/>
                  </a:cubicBezTo>
                  <a:cubicBezTo>
                    <a:pt x="1080" y="264"/>
                    <a:pt x="1112" y="296"/>
                    <a:pt x="1139" y="331"/>
                  </a:cubicBezTo>
                  <a:cubicBezTo>
                    <a:pt x="1164" y="324"/>
                    <a:pt x="1189" y="318"/>
                    <a:pt x="1213" y="312"/>
                  </a:cubicBezTo>
                  <a:cubicBezTo>
                    <a:pt x="1254" y="301"/>
                    <a:pt x="1297" y="323"/>
                    <a:pt x="1313" y="362"/>
                  </a:cubicBezTo>
                  <a:cubicBezTo>
                    <a:pt x="1360" y="476"/>
                    <a:pt x="1360" y="476"/>
                    <a:pt x="1360" y="476"/>
                  </a:cubicBezTo>
                  <a:cubicBezTo>
                    <a:pt x="1360" y="476"/>
                    <a:pt x="1360" y="476"/>
                    <a:pt x="1360" y="476"/>
                  </a:cubicBezTo>
                  <a:cubicBezTo>
                    <a:pt x="1376" y="515"/>
                    <a:pt x="1361" y="561"/>
                    <a:pt x="1325" y="582"/>
                  </a:cubicBezTo>
                  <a:cubicBezTo>
                    <a:pt x="1304" y="595"/>
                    <a:pt x="1282" y="608"/>
                    <a:pt x="1260" y="621"/>
                  </a:cubicBezTo>
                  <a:cubicBezTo>
                    <a:pt x="1265" y="665"/>
                    <a:pt x="1265" y="710"/>
                    <a:pt x="1260" y="754"/>
                  </a:cubicBezTo>
                  <a:cubicBezTo>
                    <a:pt x="1282" y="767"/>
                    <a:pt x="1304" y="780"/>
                    <a:pt x="1325" y="793"/>
                  </a:cubicBezTo>
                  <a:cubicBezTo>
                    <a:pt x="1361" y="815"/>
                    <a:pt x="1376" y="860"/>
                    <a:pt x="1360" y="899"/>
                  </a:cubicBezTo>
                  <a:cubicBezTo>
                    <a:pt x="1313" y="1013"/>
                    <a:pt x="1313" y="1013"/>
                    <a:pt x="1313" y="1013"/>
                  </a:cubicBezTo>
                  <a:cubicBezTo>
                    <a:pt x="1297" y="1052"/>
                    <a:pt x="1254" y="1074"/>
                    <a:pt x="1213" y="1064"/>
                  </a:cubicBezTo>
                  <a:cubicBezTo>
                    <a:pt x="1189" y="1057"/>
                    <a:pt x="1164" y="1051"/>
                    <a:pt x="1139" y="1044"/>
                  </a:cubicBezTo>
                  <a:cubicBezTo>
                    <a:pt x="1112" y="1079"/>
                    <a:pt x="1080" y="1111"/>
                    <a:pt x="1045" y="1139"/>
                  </a:cubicBezTo>
                  <a:cubicBezTo>
                    <a:pt x="1052" y="1164"/>
                    <a:pt x="1058" y="1188"/>
                    <a:pt x="1064" y="1212"/>
                  </a:cubicBezTo>
                  <a:cubicBezTo>
                    <a:pt x="1075" y="1253"/>
                    <a:pt x="1053" y="1296"/>
                    <a:pt x="1014" y="1312"/>
                  </a:cubicBezTo>
                  <a:cubicBezTo>
                    <a:pt x="900" y="1360"/>
                    <a:pt x="900" y="1360"/>
                    <a:pt x="900" y="1360"/>
                  </a:cubicBezTo>
                  <a:cubicBezTo>
                    <a:pt x="861" y="1376"/>
                    <a:pt x="815" y="1361"/>
                    <a:pt x="794" y="1325"/>
                  </a:cubicBezTo>
                  <a:cubicBezTo>
                    <a:pt x="781" y="1303"/>
                    <a:pt x="768" y="1281"/>
                    <a:pt x="755" y="1259"/>
                  </a:cubicBezTo>
                  <a:cubicBezTo>
                    <a:pt x="711" y="1264"/>
                    <a:pt x="666" y="1264"/>
                    <a:pt x="622" y="1259"/>
                  </a:cubicBezTo>
                  <a:cubicBezTo>
                    <a:pt x="609" y="1281"/>
                    <a:pt x="596" y="1303"/>
                    <a:pt x="583" y="1325"/>
                  </a:cubicBezTo>
                  <a:cubicBezTo>
                    <a:pt x="567" y="1351"/>
                    <a:pt x="539" y="1366"/>
                    <a:pt x="509" y="1366"/>
                  </a:cubicBezTo>
                  <a:close/>
                  <a:moveTo>
                    <a:pt x="403" y="1230"/>
                  </a:moveTo>
                  <a:cubicBezTo>
                    <a:pt x="507" y="1273"/>
                    <a:pt x="507" y="1273"/>
                    <a:pt x="507" y="1273"/>
                  </a:cubicBezTo>
                  <a:cubicBezTo>
                    <a:pt x="519" y="1252"/>
                    <a:pt x="532" y="1231"/>
                    <a:pt x="544" y="1210"/>
                  </a:cubicBezTo>
                  <a:cubicBezTo>
                    <a:pt x="562" y="1180"/>
                    <a:pt x="595" y="1163"/>
                    <a:pt x="629" y="1167"/>
                  </a:cubicBezTo>
                  <a:cubicBezTo>
                    <a:pt x="669" y="1172"/>
                    <a:pt x="708" y="1172"/>
                    <a:pt x="748" y="1167"/>
                  </a:cubicBezTo>
                  <a:cubicBezTo>
                    <a:pt x="782" y="1163"/>
                    <a:pt x="815" y="1180"/>
                    <a:pt x="833" y="1210"/>
                  </a:cubicBezTo>
                  <a:cubicBezTo>
                    <a:pt x="845" y="1231"/>
                    <a:pt x="857" y="1252"/>
                    <a:pt x="870" y="1273"/>
                  </a:cubicBezTo>
                  <a:cubicBezTo>
                    <a:pt x="974" y="1230"/>
                    <a:pt x="974" y="1230"/>
                    <a:pt x="974" y="1230"/>
                  </a:cubicBezTo>
                  <a:cubicBezTo>
                    <a:pt x="968" y="1206"/>
                    <a:pt x="962" y="1183"/>
                    <a:pt x="956" y="1159"/>
                  </a:cubicBezTo>
                  <a:cubicBezTo>
                    <a:pt x="947" y="1125"/>
                    <a:pt x="958" y="1090"/>
                    <a:pt x="986" y="1069"/>
                  </a:cubicBezTo>
                  <a:cubicBezTo>
                    <a:pt x="1017" y="1044"/>
                    <a:pt x="1045" y="1016"/>
                    <a:pt x="1070" y="985"/>
                  </a:cubicBezTo>
                  <a:cubicBezTo>
                    <a:pt x="1091" y="958"/>
                    <a:pt x="1126" y="946"/>
                    <a:pt x="1160" y="955"/>
                  </a:cubicBezTo>
                  <a:cubicBezTo>
                    <a:pt x="1183" y="961"/>
                    <a:pt x="1207" y="967"/>
                    <a:pt x="1230" y="973"/>
                  </a:cubicBezTo>
                  <a:cubicBezTo>
                    <a:pt x="1274" y="869"/>
                    <a:pt x="1274" y="869"/>
                    <a:pt x="1274" y="869"/>
                  </a:cubicBezTo>
                  <a:cubicBezTo>
                    <a:pt x="1253" y="856"/>
                    <a:pt x="1232" y="844"/>
                    <a:pt x="1211" y="832"/>
                  </a:cubicBezTo>
                  <a:cubicBezTo>
                    <a:pt x="1181" y="814"/>
                    <a:pt x="1164" y="781"/>
                    <a:pt x="1168" y="747"/>
                  </a:cubicBezTo>
                  <a:cubicBezTo>
                    <a:pt x="1173" y="707"/>
                    <a:pt x="1173" y="668"/>
                    <a:pt x="1168" y="628"/>
                  </a:cubicBezTo>
                  <a:cubicBezTo>
                    <a:pt x="1164" y="594"/>
                    <a:pt x="1181" y="561"/>
                    <a:pt x="1211" y="543"/>
                  </a:cubicBezTo>
                  <a:cubicBezTo>
                    <a:pt x="1232" y="531"/>
                    <a:pt x="1253" y="519"/>
                    <a:pt x="1274" y="506"/>
                  </a:cubicBezTo>
                  <a:cubicBezTo>
                    <a:pt x="1230" y="402"/>
                    <a:pt x="1230" y="402"/>
                    <a:pt x="1230" y="402"/>
                  </a:cubicBezTo>
                  <a:cubicBezTo>
                    <a:pt x="1207" y="408"/>
                    <a:pt x="1183" y="414"/>
                    <a:pt x="1160" y="420"/>
                  </a:cubicBezTo>
                  <a:cubicBezTo>
                    <a:pt x="1126" y="429"/>
                    <a:pt x="1091" y="418"/>
                    <a:pt x="1070" y="390"/>
                  </a:cubicBezTo>
                  <a:cubicBezTo>
                    <a:pt x="1045" y="359"/>
                    <a:pt x="1017" y="331"/>
                    <a:pt x="986" y="306"/>
                  </a:cubicBezTo>
                  <a:cubicBezTo>
                    <a:pt x="958" y="285"/>
                    <a:pt x="947" y="250"/>
                    <a:pt x="956" y="216"/>
                  </a:cubicBezTo>
                  <a:cubicBezTo>
                    <a:pt x="962" y="193"/>
                    <a:pt x="968" y="169"/>
                    <a:pt x="974" y="146"/>
                  </a:cubicBezTo>
                  <a:cubicBezTo>
                    <a:pt x="870" y="102"/>
                    <a:pt x="870" y="102"/>
                    <a:pt x="870" y="102"/>
                  </a:cubicBezTo>
                  <a:cubicBezTo>
                    <a:pt x="857" y="123"/>
                    <a:pt x="845" y="144"/>
                    <a:pt x="833" y="165"/>
                  </a:cubicBezTo>
                  <a:cubicBezTo>
                    <a:pt x="815" y="195"/>
                    <a:pt x="782" y="212"/>
                    <a:pt x="748" y="208"/>
                  </a:cubicBezTo>
                  <a:cubicBezTo>
                    <a:pt x="708" y="203"/>
                    <a:pt x="668" y="203"/>
                    <a:pt x="629" y="208"/>
                  </a:cubicBezTo>
                  <a:cubicBezTo>
                    <a:pt x="595" y="212"/>
                    <a:pt x="561" y="195"/>
                    <a:pt x="544" y="165"/>
                  </a:cubicBezTo>
                  <a:cubicBezTo>
                    <a:pt x="532" y="144"/>
                    <a:pt x="519" y="123"/>
                    <a:pt x="507" y="102"/>
                  </a:cubicBezTo>
                  <a:cubicBezTo>
                    <a:pt x="403" y="146"/>
                    <a:pt x="403" y="146"/>
                    <a:pt x="403" y="146"/>
                  </a:cubicBezTo>
                  <a:cubicBezTo>
                    <a:pt x="409" y="169"/>
                    <a:pt x="415" y="193"/>
                    <a:pt x="421" y="216"/>
                  </a:cubicBezTo>
                  <a:cubicBezTo>
                    <a:pt x="430" y="250"/>
                    <a:pt x="418" y="285"/>
                    <a:pt x="391" y="306"/>
                  </a:cubicBezTo>
                  <a:cubicBezTo>
                    <a:pt x="360" y="331"/>
                    <a:pt x="332" y="359"/>
                    <a:pt x="307" y="390"/>
                  </a:cubicBezTo>
                  <a:cubicBezTo>
                    <a:pt x="286" y="418"/>
                    <a:pt x="251" y="429"/>
                    <a:pt x="217" y="420"/>
                  </a:cubicBezTo>
                  <a:cubicBezTo>
                    <a:pt x="193" y="414"/>
                    <a:pt x="170" y="408"/>
                    <a:pt x="146" y="402"/>
                  </a:cubicBezTo>
                  <a:cubicBezTo>
                    <a:pt x="103" y="506"/>
                    <a:pt x="103" y="506"/>
                    <a:pt x="103" y="506"/>
                  </a:cubicBezTo>
                  <a:cubicBezTo>
                    <a:pt x="124" y="519"/>
                    <a:pt x="145" y="531"/>
                    <a:pt x="166" y="543"/>
                  </a:cubicBezTo>
                  <a:cubicBezTo>
                    <a:pt x="196" y="561"/>
                    <a:pt x="213" y="594"/>
                    <a:pt x="209" y="628"/>
                  </a:cubicBezTo>
                  <a:cubicBezTo>
                    <a:pt x="204" y="668"/>
                    <a:pt x="204" y="708"/>
                    <a:pt x="209" y="747"/>
                  </a:cubicBezTo>
                  <a:cubicBezTo>
                    <a:pt x="213" y="781"/>
                    <a:pt x="196" y="815"/>
                    <a:pt x="166" y="832"/>
                  </a:cubicBezTo>
                  <a:cubicBezTo>
                    <a:pt x="145" y="844"/>
                    <a:pt x="124" y="856"/>
                    <a:pt x="103" y="869"/>
                  </a:cubicBezTo>
                  <a:cubicBezTo>
                    <a:pt x="146" y="973"/>
                    <a:pt x="146" y="973"/>
                    <a:pt x="146" y="973"/>
                  </a:cubicBezTo>
                  <a:cubicBezTo>
                    <a:pt x="170" y="968"/>
                    <a:pt x="193" y="961"/>
                    <a:pt x="217" y="955"/>
                  </a:cubicBezTo>
                  <a:cubicBezTo>
                    <a:pt x="251" y="946"/>
                    <a:pt x="286" y="958"/>
                    <a:pt x="307" y="985"/>
                  </a:cubicBezTo>
                  <a:cubicBezTo>
                    <a:pt x="332" y="1016"/>
                    <a:pt x="360" y="1044"/>
                    <a:pt x="391" y="1069"/>
                  </a:cubicBezTo>
                  <a:cubicBezTo>
                    <a:pt x="418" y="1090"/>
                    <a:pt x="430" y="1125"/>
                    <a:pt x="421" y="1159"/>
                  </a:cubicBezTo>
                  <a:cubicBezTo>
                    <a:pt x="415" y="1183"/>
                    <a:pt x="409" y="1206"/>
                    <a:pt x="403" y="123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F39"/>
                </a:solidFill>
                <a:effectLst/>
                <a:uLnTx/>
                <a:uFillTx/>
                <a:latin typeface="Calibri" panose="020F0502020204030204"/>
                <a:ea typeface="+mn-ea"/>
                <a:cs typeface="+mn-cs"/>
              </a:endParaRPr>
            </a:p>
          </p:txBody>
        </p:sp>
        <p:sp>
          <p:nvSpPr>
            <p:cNvPr id="7" name="Freeform 19">
              <a:extLst>
                <a:ext uri="{FF2B5EF4-FFF2-40B4-BE49-F238E27FC236}">
                  <a16:creationId xmlns:a16="http://schemas.microsoft.com/office/drawing/2014/main" id="{CDD6BF3C-EDDE-4D16-AAE2-5F21857CD765}"/>
                </a:ext>
              </a:extLst>
            </p:cNvPr>
            <p:cNvSpPr>
              <a:spLocks noEditPoints="1"/>
            </p:cNvSpPr>
            <p:nvPr/>
          </p:nvSpPr>
          <p:spPr bwMode="auto">
            <a:xfrm>
              <a:off x="3762375" y="11879263"/>
              <a:ext cx="2255837" cy="2120900"/>
            </a:xfrm>
            <a:custGeom>
              <a:avLst/>
              <a:gdLst>
                <a:gd name="T0" fmla="*/ 354 w 709"/>
                <a:gd name="T1" fmla="*/ 667 h 667"/>
                <a:gd name="T2" fmla="*/ 235 w 709"/>
                <a:gd name="T3" fmla="*/ 643 h 667"/>
                <a:gd name="T4" fmla="*/ 66 w 709"/>
                <a:gd name="T5" fmla="*/ 474 h 667"/>
                <a:gd name="T6" fmla="*/ 235 w 709"/>
                <a:gd name="T7" fmla="*/ 66 h 667"/>
                <a:gd name="T8" fmla="*/ 643 w 709"/>
                <a:gd name="T9" fmla="*/ 235 h 667"/>
                <a:gd name="T10" fmla="*/ 643 w 709"/>
                <a:gd name="T11" fmla="*/ 235 h 667"/>
                <a:gd name="T12" fmla="*/ 474 w 709"/>
                <a:gd name="T13" fmla="*/ 643 h 667"/>
                <a:gd name="T14" fmla="*/ 354 w 709"/>
                <a:gd name="T15" fmla="*/ 667 h 667"/>
                <a:gd name="T16" fmla="*/ 354 w 709"/>
                <a:gd name="T17" fmla="*/ 134 h 667"/>
                <a:gd name="T18" fmla="*/ 270 w 709"/>
                <a:gd name="T19" fmla="*/ 151 h 667"/>
                <a:gd name="T20" fmla="*/ 150 w 709"/>
                <a:gd name="T21" fmla="*/ 439 h 667"/>
                <a:gd name="T22" fmla="*/ 270 w 709"/>
                <a:gd name="T23" fmla="*/ 559 h 667"/>
                <a:gd name="T24" fmla="*/ 439 w 709"/>
                <a:gd name="T25" fmla="*/ 559 h 667"/>
                <a:gd name="T26" fmla="*/ 558 w 709"/>
                <a:gd name="T27" fmla="*/ 270 h 667"/>
                <a:gd name="T28" fmla="*/ 354 w 709"/>
                <a:gd name="T29" fmla="*/ 134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9" h="667">
                  <a:moveTo>
                    <a:pt x="354" y="667"/>
                  </a:moveTo>
                  <a:cubicBezTo>
                    <a:pt x="314" y="667"/>
                    <a:pt x="273" y="659"/>
                    <a:pt x="235" y="643"/>
                  </a:cubicBezTo>
                  <a:cubicBezTo>
                    <a:pt x="158" y="611"/>
                    <a:pt x="98" y="551"/>
                    <a:pt x="66" y="474"/>
                  </a:cubicBezTo>
                  <a:cubicBezTo>
                    <a:pt x="0" y="315"/>
                    <a:pt x="76" y="132"/>
                    <a:pt x="235" y="66"/>
                  </a:cubicBezTo>
                  <a:cubicBezTo>
                    <a:pt x="394" y="0"/>
                    <a:pt x="577" y="76"/>
                    <a:pt x="643" y="235"/>
                  </a:cubicBezTo>
                  <a:cubicBezTo>
                    <a:pt x="643" y="235"/>
                    <a:pt x="643" y="235"/>
                    <a:pt x="643" y="235"/>
                  </a:cubicBezTo>
                  <a:cubicBezTo>
                    <a:pt x="709" y="394"/>
                    <a:pt x="633" y="577"/>
                    <a:pt x="474" y="643"/>
                  </a:cubicBezTo>
                  <a:cubicBezTo>
                    <a:pt x="435" y="659"/>
                    <a:pt x="395" y="667"/>
                    <a:pt x="354" y="667"/>
                  </a:cubicBezTo>
                  <a:close/>
                  <a:moveTo>
                    <a:pt x="354" y="134"/>
                  </a:moveTo>
                  <a:cubicBezTo>
                    <a:pt x="326" y="134"/>
                    <a:pt x="297" y="139"/>
                    <a:pt x="270" y="151"/>
                  </a:cubicBezTo>
                  <a:cubicBezTo>
                    <a:pt x="157" y="197"/>
                    <a:pt x="104" y="327"/>
                    <a:pt x="150" y="439"/>
                  </a:cubicBezTo>
                  <a:cubicBezTo>
                    <a:pt x="173" y="494"/>
                    <a:pt x="215" y="536"/>
                    <a:pt x="270" y="559"/>
                  </a:cubicBezTo>
                  <a:cubicBezTo>
                    <a:pt x="324" y="581"/>
                    <a:pt x="384" y="581"/>
                    <a:pt x="439" y="559"/>
                  </a:cubicBezTo>
                  <a:cubicBezTo>
                    <a:pt x="551" y="512"/>
                    <a:pt x="605" y="383"/>
                    <a:pt x="558" y="270"/>
                  </a:cubicBezTo>
                  <a:cubicBezTo>
                    <a:pt x="523" y="185"/>
                    <a:pt x="441" y="134"/>
                    <a:pt x="354"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F39"/>
                </a:solidFill>
                <a:effectLst/>
                <a:uLnTx/>
                <a:uFillTx/>
                <a:latin typeface="Calibri" panose="020F0502020204030204"/>
                <a:ea typeface="+mn-ea"/>
                <a:cs typeface="+mn-cs"/>
              </a:endParaRPr>
            </a:p>
          </p:txBody>
        </p:sp>
        <p:sp>
          <p:nvSpPr>
            <p:cNvPr id="8" name="Freeform 20">
              <a:extLst>
                <a:ext uri="{FF2B5EF4-FFF2-40B4-BE49-F238E27FC236}">
                  <a16:creationId xmlns:a16="http://schemas.microsoft.com/office/drawing/2014/main" id="{02A317D3-A881-A053-3C87-A0BD4DE7E959}"/>
                </a:ext>
              </a:extLst>
            </p:cNvPr>
            <p:cNvSpPr>
              <a:spLocks noEditPoints="1"/>
            </p:cNvSpPr>
            <p:nvPr/>
          </p:nvSpPr>
          <p:spPr bwMode="auto">
            <a:xfrm>
              <a:off x="5934075" y="8651875"/>
              <a:ext cx="3311525" cy="3309938"/>
            </a:xfrm>
            <a:custGeom>
              <a:avLst/>
              <a:gdLst>
                <a:gd name="T0" fmla="*/ 476 w 1041"/>
                <a:gd name="T1" fmla="*/ 1041 h 1041"/>
                <a:gd name="T2" fmla="*/ 397 w 1041"/>
                <a:gd name="T3" fmla="*/ 930 h 1041"/>
                <a:gd name="T4" fmla="*/ 279 w 1041"/>
                <a:gd name="T5" fmla="*/ 927 h 1041"/>
                <a:gd name="T6" fmla="*/ 121 w 1041"/>
                <a:gd name="T7" fmla="*/ 857 h 1041"/>
                <a:gd name="T8" fmla="*/ 143 w 1041"/>
                <a:gd name="T9" fmla="*/ 723 h 1041"/>
                <a:gd name="T10" fmla="*/ 62 w 1041"/>
                <a:gd name="T11" fmla="*/ 637 h 1041"/>
                <a:gd name="T12" fmla="*/ 0 w 1041"/>
                <a:gd name="T13" fmla="*/ 476 h 1041"/>
                <a:gd name="T14" fmla="*/ 111 w 1041"/>
                <a:gd name="T15" fmla="*/ 397 h 1041"/>
                <a:gd name="T16" fmla="*/ 114 w 1041"/>
                <a:gd name="T17" fmla="*/ 279 h 1041"/>
                <a:gd name="T18" fmla="*/ 184 w 1041"/>
                <a:gd name="T19" fmla="*/ 121 h 1041"/>
                <a:gd name="T20" fmla="*/ 318 w 1041"/>
                <a:gd name="T21" fmla="*/ 143 h 1041"/>
                <a:gd name="T22" fmla="*/ 404 w 1041"/>
                <a:gd name="T23" fmla="*/ 62 h 1041"/>
                <a:gd name="T24" fmla="*/ 565 w 1041"/>
                <a:gd name="T25" fmla="*/ 0 h 1041"/>
                <a:gd name="T26" fmla="*/ 644 w 1041"/>
                <a:gd name="T27" fmla="*/ 110 h 1041"/>
                <a:gd name="T28" fmla="*/ 762 w 1041"/>
                <a:gd name="T29" fmla="*/ 114 h 1041"/>
                <a:gd name="T30" fmla="*/ 920 w 1041"/>
                <a:gd name="T31" fmla="*/ 184 h 1041"/>
                <a:gd name="T32" fmla="*/ 898 w 1041"/>
                <a:gd name="T33" fmla="*/ 318 h 1041"/>
                <a:gd name="T34" fmla="*/ 979 w 1041"/>
                <a:gd name="T35" fmla="*/ 404 h 1041"/>
                <a:gd name="T36" fmla="*/ 1041 w 1041"/>
                <a:gd name="T37" fmla="*/ 565 h 1041"/>
                <a:gd name="T38" fmla="*/ 931 w 1041"/>
                <a:gd name="T39" fmla="*/ 644 h 1041"/>
                <a:gd name="T40" fmla="*/ 927 w 1041"/>
                <a:gd name="T41" fmla="*/ 762 h 1041"/>
                <a:gd name="T42" fmla="*/ 857 w 1041"/>
                <a:gd name="T43" fmla="*/ 920 h 1041"/>
                <a:gd name="T44" fmla="*/ 723 w 1041"/>
                <a:gd name="T45" fmla="*/ 898 h 1041"/>
                <a:gd name="T46" fmla="*/ 637 w 1041"/>
                <a:gd name="T47" fmla="*/ 979 h 1041"/>
                <a:gd name="T48" fmla="*/ 488 w 1041"/>
                <a:gd name="T49" fmla="*/ 954 h 1041"/>
                <a:gd name="T50" fmla="*/ 559 w 1041"/>
                <a:gd name="T51" fmla="*/ 910 h 1041"/>
                <a:gd name="T52" fmla="*/ 689 w 1041"/>
                <a:gd name="T53" fmla="*/ 817 h 1041"/>
                <a:gd name="T54" fmla="*/ 804 w 1041"/>
                <a:gd name="T55" fmla="*/ 849 h 1041"/>
                <a:gd name="T56" fmla="*/ 823 w 1041"/>
                <a:gd name="T57" fmla="*/ 769 h 1041"/>
                <a:gd name="T58" fmla="*/ 850 w 1041"/>
                <a:gd name="T59" fmla="*/ 611 h 1041"/>
                <a:gd name="T60" fmla="*/ 954 w 1041"/>
                <a:gd name="T61" fmla="*/ 553 h 1041"/>
                <a:gd name="T62" fmla="*/ 910 w 1041"/>
                <a:gd name="T63" fmla="*/ 482 h 1041"/>
                <a:gd name="T64" fmla="*/ 817 w 1041"/>
                <a:gd name="T65" fmla="*/ 352 h 1041"/>
                <a:gd name="T66" fmla="*/ 850 w 1041"/>
                <a:gd name="T67" fmla="*/ 237 h 1041"/>
                <a:gd name="T68" fmla="*/ 769 w 1041"/>
                <a:gd name="T69" fmla="*/ 218 h 1041"/>
                <a:gd name="T70" fmla="*/ 612 w 1041"/>
                <a:gd name="T71" fmla="*/ 191 h 1041"/>
                <a:gd name="T72" fmla="*/ 553 w 1041"/>
                <a:gd name="T73" fmla="*/ 87 h 1041"/>
                <a:gd name="T74" fmla="*/ 482 w 1041"/>
                <a:gd name="T75" fmla="*/ 131 h 1041"/>
                <a:gd name="T76" fmla="*/ 353 w 1041"/>
                <a:gd name="T77" fmla="*/ 224 h 1041"/>
                <a:gd name="T78" fmla="*/ 237 w 1041"/>
                <a:gd name="T79" fmla="*/ 191 h 1041"/>
                <a:gd name="T80" fmla="*/ 218 w 1041"/>
                <a:gd name="T81" fmla="*/ 272 h 1041"/>
                <a:gd name="T82" fmla="*/ 192 w 1041"/>
                <a:gd name="T83" fmla="*/ 429 h 1041"/>
                <a:gd name="T84" fmla="*/ 87 w 1041"/>
                <a:gd name="T85" fmla="*/ 488 h 1041"/>
                <a:gd name="T86" fmla="*/ 131 w 1041"/>
                <a:gd name="T87" fmla="*/ 559 h 1041"/>
                <a:gd name="T88" fmla="*/ 224 w 1041"/>
                <a:gd name="T89" fmla="*/ 688 h 1041"/>
                <a:gd name="T90" fmla="*/ 192 w 1041"/>
                <a:gd name="T91" fmla="*/ 804 h 1041"/>
                <a:gd name="T92" fmla="*/ 272 w 1041"/>
                <a:gd name="T93" fmla="*/ 823 h 1041"/>
                <a:gd name="T94" fmla="*/ 430 w 1041"/>
                <a:gd name="T95" fmla="*/ 849 h 1041"/>
                <a:gd name="T96" fmla="*/ 488 w 1041"/>
                <a:gd name="T97" fmla="*/ 954 h 10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41" h="1041">
                  <a:moveTo>
                    <a:pt x="565" y="1041"/>
                  </a:moveTo>
                  <a:cubicBezTo>
                    <a:pt x="476" y="1041"/>
                    <a:pt x="476" y="1041"/>
                    <a:pt x="476" y="1041"/>
                  </a:cubicBezTo>
                  <a:cubicBezTo>
                    <a:pt x="440" y="1041"/>
                    <a:pt x="409" y="1014"/>
                    <a:pt x="404" y="979"/>
                  </a:cubicBezTo>
                  <a:cubicBezTo>
                    <a:pt x="402" y="963"/>
                    <a:pt x="399" y="947"/>
                    <a:pt x="397" y="930"/>
                  </a:cubicBezTo>
                  <a:cubicBezTo>
                    <a:pt x="370" y="922"/>
                    <a:pt x="343" y="911"/>
                    <a:pt x="318" y="898"/>
                  </a:cubicBezTo>
                  <a:cubicBezTo>
                    <a:pt x="305" y="907"/>
                    <a:pt x="292" y="917"/>
                    <a:pt x="279" y="927"/>
                  </a:cubicBezTo>
                  <a:cubicBezTo>
                    <a:pt x="250" y="948"/>
                    <a:pt x="210" y="945"/>
                    <a:pt x="184" y="920"/>
                  </a:cubicBezTo>
                  <a:cubicBezTo>
                    <a:pt x="121" y="857"/>
                    <a:pt x="121" y="857"/>
                    <a:pt x="121" y="857"/>
                  </a:cubicBezTo>
                  <a:cubicBezTo>
                    <a:pt x="96" y="831"/>
                    <a:pt x="93" y="791"/>
                    <a:pt x="114" y="762"/>
                  </a:cubicBezTo>
                  <a:cubicBezTo>
                    <a:pt x="124" y="749"/>
                    <a:pt x="133" y="736"/>
                    <a:pt x="143" y="723"/>
                  </a:cubicBezTo>
                  <a:cubicBezTo>
                    <a:pt x="130" y="698"/>
                    <a:pt x="119" y="671"/>
                    <a:pt x="111" y="644"/>
                  </a:cubicBezTo>
                  <a:cubicBezTo>
                    <a:pt x="94" y="642"/>
                    <a:pt x="78" y="639"/>
                    <a:pt x="62" y="637"/>
                  </a:cubicBezTo>
                  <a:cubicBezTo>
                    <a:pt x="27" y="632"/>
                    <a:pt x="0" y="601"/>
                    <a:pt x="0" y="565"/>
                  </a:cubicBezTo>
                  <a:cubicBezTo>
                    <a:pt x="0" y="476"/>
                    <a:pt x="0" y="476"/>
                    <a:pt x="0" y="476"/>
                  </a:cubicBezTo>
                  <a:cubicBezTo>
                    <a:pt x="0" y="440"/>
                    <a:pt x="27" y="409"/>
                    <a:pt x="62" y="404"/>
                  </a:cubicBezTo>
                  <a:cubicBezTo>
                    <a:pt x="78" y="401"/>
                    <a:pt x="94" y="399"/>
                    <a:pt x="111" y="397"/>
                  </a:cubicBezTo>
                  <a:cubicBezTo>
                    <a:pt x="119" y="369"/>
                    <a:pt x="130" y="343"/>
                    <a:pt x="143" y="318"/>
                  </a:cubicBezTo>
                  <a:cubicBezTo>
                    <a:pt x="133" y="305"/>
                    <a:pt x="124" y="291"/>
                    <a:pt x="114" y="279"/>
                  </a:cubicBezTo>
                  <a:cubicBezTo>
                    <a:pt x="93" y="250"/>
                    <a:pt x="96" y="209"/>
                    <a:pt x="121" y="184"/>
                  </a:cubicBezTo>
                  <a:cubicBezTo>
                    <a:pt x="184" y="121"/>
                    <a:pt x="184" y="121"/>
                    <a:pt x="184" y="121"/>
                  </a:cubicBezTo>
                  <a:cubicBezTo>
                    <a:pt x="210" y="96"/>
                    <a:pt x="250" y="92"/>
                    <a:pt x="279" y="114"/>
                  </a:cubicBezTo>
                  <a:cubicBezTo>
                    <a:pt x="292" y="123"/>
                    <a:pt x="305" y="133"/>
                    <a:pt x="318" y="143"/>
                  </a:cubicBezTo>
                  <a:cubicBezTo>
                    <a:pt x="343" y="129"/>
                    <a:pt x="370" y="118"/>
                    <a:pt x="397" y="110"/>
                  </a:cubicBezTo>
                  <a:cubicBezTo>
                    <a:pt x="399" y="94"/>
                    <a:pt x="402" y="78"/>
                    <a:pt x="404" y="62"/>
                  </a:cubicBezTo>
                  <a:cubicBezTo>
                    <a:pt x="409" y="27"/>
                    <a:pt x="440" y="0"/>
                    <a:pt x="476" y="0"/>
                  </a:cubicBezTo>
                  <a:cubicBezTo>
                    <a:pt x="565" y="0"/>
                    <a:pt x="565" y="0"/>
                    <a:pt x="565" y="0"/>
                  </a:cubicBezTo>
                  <a:cubicBezTo>
                    <a:pt x="601" y="0"/>
                    <a:pt x="632" y="27"/>
                    <a:pt x="637" y="62"/>
                  </a:cubicBezTo>
                  <a:cubicBezTo>
                    <a:pt x="640" y="78"/>
                    <a:pt x="642" y="94"/>
                    <a:pt x="644" y="110"/>
                  </a:cubicBezTo>
                  <a:cubicBezTo>
                    <a:pt x="672" y="118"/>
                    <a:pt x="698" y="129"/>
                    <a:pt x="723" y="143"/>
                  </a:cubicBezTo>
                  <a:cubicBezTo>
                    <a:pt x="736" y="133"/>
                    <a:pt x="750" y="123"/>
                    <a:pt x="762" y="114"/>
                  </a:cubicBezTo>
                  <a:cubicBezTo>
                    <a:pt x="791" y="92"/>
                    <a:pt x="832" y="96"/>
                    <a:pt x="857" y="121"/>
                  </a:cubicBezTo>
                  <a:cubicBezTo>
                    <a:pt x="920" y="184"/>
                    <a:pt x="920" y="184"/>
                    <a:pt x="920" y="184"/>
                  </a:cubicBezTo>
                  <a:cubicBezTo>
                    <a:pt x="945" y="209"/>
                    <a:pt x="949" y="250"/>
                    <a:pt x="927" y="278"/>
                  </a:cubicBezTo>
                  <a:cubicBezTo>
                    <a:pt x="918" y="291"/>
                    <a:pt x="908" y="305"/>
                    <a:pt x="898" y="318"/>
                  </a:cubicBezTo>
                  <a:cubicBezTo>
                    <a:pt x="912" y="343"/>
                    <a:pt x="923" y="369"/>
                    <a:pt x="931" y="397"/>
                  </a:cubicBezTo>
                  <a:cubicBezTo>
                    <a:pt x="947" y="399"/>
                    <a:pt x="963" y="401"/>
                    <a:pt x="979" y="404"/>
                  </a:cubicBezTo>
                  <a:cubicBezTo>
                    <a:pt x="1014" y="409"/>
                    <a:pt x="1041" y="440"/>
                    <a:pt x="1041" y="476"/>
                  </a:cubicBezTo>
                  <a:cubicBezTo>
                    <a:pt x="1041" y="565"/>
                    <a:pt x="1041" y="565"/>
                    <a:pt x="1041" y="565"/>
                  </a:cubicBezTo>
                  <a:cubicBezTo>
                    <a:pt x="1041" y="601"/>
                    <a:pt x="1014" y="632"/>
                    <a:pt x="979" y="637"/>
                  </a:cubicBezTo>
                  <a:cubicBezTo>
                    <a:pt x="963" y="639"/>
                    <a:pt x="947" y="642"/>
                    <a:pt x="931" y="644"/>
                  </a:cubicBezTo>
                  <a:cubicBezTo>
                    <a:pt x="923" y="671"/>
                    <a:pt x="911" y="698"/>
                    <a:pt x="898" y="723"/>
                  </a:cubicBezTo>
                  <a:cubicBezTo>
                    <a:pt x="908" y="736"/>
                    <a:pt x="918" y="749"/>
                    <a:pt x="927" y="762"/>
                  </a:cubicBezTo>
                  <a:cubicBezTo>
                    <a:pt x="949" y="791"/>
                    <a:pt x="945" y="831"/>
                    <a:pt x="920" y="857"/>
                  </a:cubicBezTo>
                  <a:cubicBezTo>
                    <a:pt x="857" y="920"/>
                    <a:pt x="857" y="920"/>
                    <a:pt x="857" y="920"/>
                  </a:cubicBezTo>
                  <a:cubicBezTo>
                    <a:pt x="832" y="945"/>
                    <a:pt x="791" y="948"/>
                    <a:pt x="762" y="927"/>
                  </a:cubicBezTo>
                  <a:cubicBezTo>
                    <a:pt x="750" y="917"/>
                    <a:pt x="736" y="907"/>
                    <a:pt x="723" y="898"/>
                  </a:cubicBezTo>
                  <a:cubicBezTo>
                    <a:pt x="698" y="911"/>
                    <a:pt x="672" y="922"/>
                    <a:pt x="644" y="930"/>
                  </a:cubicBezTo>
                  <a:cubicBezTo>
                    <a:pt x="642" y="947"/>
                    <a:pt x="640" y="963"/>
                    <a:pt x="637" y="979"/>
                  </a:cubicBezTo>
                  <a:cubicBezTo>
                    <a:pt x="632" y="1014"/>
                    <a:pt x="601" y="1041"/>
                    <a:pt x="565" y="1041"/>
                  </a:cubicBezTo>
                  <a:close/>
                  <a:moveTo>
                    <a:pt x="488" y="954"/>
                  </a:moveTo>
                  <a:cubicBezTo>
                    <a:pt x="553" y="954"/>
                    <a:pt x="553" y="954"/>
                    <a:pt x="553" y="954"/>
                  </a:cubicBezTo>
                  <a:cubicBezTo>
                    <a:pt x="555" y="939"/>
                    <a:pt x="557" y="924"/>
                    <a:pt x="559" y="910"/>
                  </a:cubicBezTo>
                  <a:cubicBezTo>
                    <a:pt x="563" y="881"/>
                    <a:pt x="583" y="857"/>
                    <a:pt x="612" y="849"/>
                  </a:cubicBezTo>
                  <a:cubicBezTo>
                    <a:pt x="639" y="842"/>
                    <a:pt x="665" y="831"/>
                    <a:pt x="689" y="817"/>
                  </a:cubicBezTo>
                  <a:cubicBezTo>
                    <a:pt x="714" y="803"/>
                    <a:pt x="746" y="805"/>
                    <a:pt x="769" y="823"/>
                  </a:cubicBezTo>
                  <a:cubicBezTo>
                    <a:pt x="781" y="832"/>
                    <a:pt x="793" y="841"/>
                    <a:pt x="804" y="849"/>
                  </a:cubicBezTo>
                  <a:cubicBezTo>
                    <a:pt x="850" y="804"/>
                    <a:pt x="850" y="804"/>
                    <a:pt x="850" y="804"/>
                  </a:cubicBezTo>
                  <a:cubicBezTo>
                    <a:pt x="841" y="792"/>
                    <a:pt x="832" y="780"/>
                    <a:pt x="823" y="769"/>
                  </a:cubicBezTo>
                  <a:cubicBezTo>
                    <a:pt x="805" y="745"/>
                    <a:pt x="803" y="714"/>
                    <a:pt x="817" y="688"/>
                  </a:cubicBezTo>
                  <a:cubicBezTo>
                    <a:pt x="831" y="664"/>
                    <a:pt x="842" y="638"/>
                    <a:pt x="850" y="611"/>
                  </a:cubicBezTo>
                  <a:cubicBezTo>
                    <a:pt x="857" y="583"/>
                    <a:pt x="881" y="562"/>
                    <a:pt x="910" y="559"/>
                  </a:cubicBezTo>
                  <a:cubicBezTo>
                    <a:pt x="925" y="557"/>
                    <a:pt x="940" y="555"/>
                    <a:pt x="954" y="553"/>
                  </a:cubicBezTo>
                  <a:cubicBezTo>
                    <a:pt x="954" y="488"/>
                    <a:pt x="954" y="488"/>
                    <a:pt x="954" y="488"/>
                  </a:cubicBezTo>
                  <a:cubicBezTo>
                    <a:pt x="940" y="486"/>
                    <a:pt x="925" y="484"/>
                    <a:pt x="910" y="482"/>
                  </a:cubicBezTo>
                  <a:cubicBezTo>
                    <a:pt x="881" y="478"/>
                    <a:pt x="857" y="458"/>
                    <a:pt x="850" y="429"/>
                  </a:cubicBezTo>
                  <a:cubicBezTo>
                    <a:pt x="842" y="402"/>
                    <a:pt x="831" y="376"/>
                    <a:pt x="817" y="352"/>
                  </a:cubicBezTo>
                  <a:cubicBezTo>
                    <a:pt x="803" y="327"/>
                    <a:pt x="805" y="295"/>
                    <a:pt x="823" y="272"/>
                  </a:cubicBezTo>
                  <a:cubicBezTo>
                    <a:pt x="832" y="260"/>
                    <a:pt x="841" y="248"/>
                    <a:pt x="850" y="237"/>
                  </a:cubicBezTo>
                  <a:cubicBezTo>
                    <a:pt x="804" y="191"/>
                    <a:pt x="804" y="191"/>
                    <a:pt x="804" y="191"/>
                  </a:cubicBezTo>
                  <a:cubicBezTo>
                    <a:pt x="793" y="200"/>
                    <a:pt x="781" y="209"/>
                    <a:pt x="769" y="218"/>
                  </a:cubicBezTo>
                  <a:cubicBezTo>
                    <a:pt x="746" y="236"/>
                    <a:pt x="714" y="238"/>
                    <a:pt x="689" y="224"/>
                  </a:cubicBezTo>
                  <a:cubicBezTo>
                    <a:pt x="665" y="210"/>
                    <a:pt x="639" y="199"/>
                    <a:pt x="612" y="191"/>
                  </a:cubicBezTo>
                  <a:cubicBezTo>
                    <a:pt x="583" y="184"/>
                    <a:pt x="563" y="160"/>
                    <a:pt x="559" y="131"/>
                  </a:cubicBezTo>
                  <a:cubicBezTo>
                    <a:pt x="557" y="116"/>
                    <a:pt x="555" y="101"/>
                    <a:pt x="553" y="87"/>
                  </a:cubicBezTo>
                  <a:cubicBezTo>
                    <a:pt x="488" y="87"/>
                    <a:pt x="488" y="87"/>
                    <a:pt x="488" y="87"/>
                  </a:cubicBezTo>
                  <a:cubicBezTo>
                    <a:pt x="486" y="101"/>
                    <a:pt x="484" y="116"/>
                    <a:pt x="482" y="131"/>
                  </a:cubicBezTo>
                  <a:cubicBezTo>
                    <a:pt x="479" y="160"/>
                    <a:pt x="458" y="184"/>
                    <a:pt x="430" y="191"/>
                  </a:cubicBezTo>
                  <a:cubicBezTo>
                    <a:pt x="403" y="199"/>
                    <a:pt x="377" y="210"/>
                    <a:pt x="353" y="224"/>
                  </a:cubicBezTo>
                  <a:cubicBezTo>
                    <a:pt x="327" y="238"/>
                    <a:pt x="296" y="236"/>
                    <a:pt x="272" y="218"/>
                  </a:cubicBezTo>
                  <a:cubicBezTo>
                    <a:pt x="261" y="209"/>
                    <a:pt x="249" y="200"/>
                    <a:pt x="237" y="191"/>
                  </a:cubicBezTo>
                  <a:cubicBezTo>
                    <a:pt x="192" y="237"/>
                    <a:pt x="192" y="237"/>
                    <a:pt x="192" y="237"/>
                  </a:cubicBezTo>
                  <a:cubicBezTo>
                    <a:pt x="200" y="248"/>
                    <a:pt x="209" y="260"/>
                    <a:pt x="218" y="272"/>
                  </a:cubicBezTo>
                  <a:cubicBezTo>
                    <a:pt x="236" y="295"/>
                    <a:pt x="238" y="327"/>
                    <a:pt x="224" y="352"/>
                  </a:cubicBezTo>
                  <a:cubicBezTo>
                    <a:pt x="210" y="376"/>
                    <a:pt x="199" y="402"/>
                    <a:pt x="192" y="429"/>
                  </a:cubicBezTo>
                  <a:cubicBezTo>
                    <a:pt x="184" y="458"/>
                    <a:pt x="160" y="478"/>
                    <a:pt x="131" y="482"/>
                  </a:cubicBezTo>
                  <a:cubicBezTo>
                    <a:pt x="117" y="484"/>
                    <a:pt x="102" y="486"/>
                    <a:pt x="87" y="488"/>
                  </a:cubicBezTo>
                  <a:cubicBezTo>
                    <a:pt x="87" y="553"/>
                    <a:pt x="87" y="553"/>
                    <a:pt x="87" y="553"/>
                  </a:cubicBezTo>
                  <a:cubicBezTo>
                    <a:pt x="102" y="555"/>
                    <a:pt x="117" y="557"/>
                    <a:pt x="131" y="559"/>
                  </a:cubicBezTo>
                  <a:cubicBezTo>
                    <a:pt x="160" y="562"/>
                    <a:pt x="184" y="583"/>
                    <a:pt x="192" y="611"/>
                  </a:cubicBezTo>
                  <a:cubicBezTo>
                    <a:pt x="199" y="638"/>
                    <a:pt x="210" y="664"/>
                    <a:pt x="224" y="688"/>
                  </a:cubicBezTo>
                  <a:cubicBezTo>
                    <a:pt x="238" y="714"/>
                    <a:pt x="236" y="745"/>
                    <a:pt x="218" y="769"/>
                  </a:cubicBezTo>
                  <a:cubicBezTo>
                    <a:pt x="209" y="780"/>
                    <a:pt x="200" y="792"/>
                    <a:pt x="192" y="804"/>
                  </a:cubicBezTo>
                  <a:cubicBezTo>
                    <a:pt x="237" y="849"/>
                    <a:pt x="237" y="849"/>
                    <a:pt x="237" y="849"/>
                  </a:cubicBezTo>
                  <a:cubicBezTo>
                    <a:pt x="249" y="841"/>
                    <a:pt x="261" y="832"/>
                    <a:pt x="272" y="823"/>
                  </a:cubicBezTo>
                  <a:cubicBezTo>
                    <a:pt x="296" y="805"/>
                    <a:pt x="327" y="803"/>
                    <a:pt x="353" y="817"/>
                  </a:cubicBezTo>
                  <a:cubicBezTo>
                    <a:pt x="377" y="831"/>
                    <a:pt x="403" y="842"/>
                    <a:pt x="430" y="849"/>
                  </a:cubicBezTo>
                  <a:cubicBezTo>
                    <a:pt x="458" y="857"/>
                    <a:pt x="479" y="881"/>
                    <a:pt x="482" y="910"/>
                  </a:cubicBezTo>
                  <a:cubicBezTo>
                    <a:pt x="484" y="924"/>
                    <a:pt x="486" y="939"/>
                    <a:pt x="488" y="95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F39"/>
                </a:solidFill>
                <a:effectLst/>
                <a:uLnTx/>
                <a:uFillTx/>
                <a:latin typeface="Calibri" panose="020F0502020204030204"/>
                <a:ea typeface="+mn-ea"/>
                <a:cs typeface="+mn-cs"/>
              </a:endParaRPr>
            </a:p>
          </p:txBody>
        </p:sp>
        <p:sp>
          <p:nvSpPr>
            <p:cNvPr id="9" name="Freeform 21">
              <a:extLst>
                <a:ext uri="{FF2B5EF4-FFF2-40B4-BE49-F238E27FC236}">
                  <a16:creationId xmlns:a16="http://schemas.microsoft.com/office/drawing/2014/main" id="{CC601A6D-CE33-7471-D139-FF0A045E744D}"/>
                </a:ext>
              </a:extLst>
            </p:cNvPr>
            <p:cNvSpPr>
              <a:spLocks noEditPoints="1"/>
            </p:cNvSpPr>
            <p:nvPr/>
          </p:nvSpPr>
          <p:spPr bwMode="auto">
            <a:xfrm>
              <a:off x="7000875" y="9717088"/>
              <a:ext cx="1179512" cy="1179513"/>
            </a:xfrm>
            <a:custGeom>
              <a:avLst/>
              <a:gdLst>
                <a:gd name="T0" fmla="*/ 186 w 371"/>
                <a:gd name="T1" fmla="*/ 371 h 371"/>
                <a:gd name="T2" fmla="*/ 0 w 371"/>
                <a:gd name="T3" fmla="*/ 185 h 371"/>
                <a:gd name="T4" fmla="*/ 186 w 371"/>
                <a:gd name="T5" fmla="*/ 0 h 371"/>
                <a:gd name="T6" fmla="*/ 371 w 371"/>
                <a:gd name="T7" fmla="*/ 185 h 371"/>
                <a:gd name="T8" fmla="*/ 186 w 371"/>
                <a:gd name="T9" fmla="*/ 371 h 371"/>
                <a:gd name="T10" fmla="*/ 186 w 371"/>
                <a:gd name="T11" fmla="*/ 82 h 371"/>
                <a:gd name="T12" fmla="*/ 83 w 371"/>
                <a:gd name="T13" fmla="*/ 185 h 371"/>
                <a:gd name="T14" fmla="*/ 186 w 371"/>
                <a:gd name="T15" fmla="*/ 288 h 371"/>
                <a:gd name="T16" fmla="*/ 289 w 371"/>
                <a:gd name="T17" fmla="*/ 185 h 371"/>
                <a:gd name="T18" fmla="*/ 186 w 371"/>
                <a:gd name="T19" fmla="*/ 82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1" h="371">
                  <a:moveTo>
                    <a:pt x="186" y="371"/>
                  </a:moveTo>
                  <a:cubicBezTo>
                    <a:pt x="83" y="371"/>
                    <a:pt x="0" y="288"/>
                    <a:pt x="0" y="185"/>
                  </a:cubicBezTo>
                  <a:cubicBezTo>
                    <a:pt x="0" y="83"/>
                    <a:pt x="83" y="0"/>
                    <a:pt x="186" y="0"/>
                  </a:cubicBezTo>
                  <a:cubicBezTo>
                    <a:pt x="288" y="0"/>
                    <a:pt x="371" y="83"/>
                    <a:pt x="371" y="185"/>
                  </a:cubicBezTo>
                  <a:cubicBezTo>
                    <a:pt x="371" y="288"/>
                    <a:pt x="288" y="371"/>
                    <a:pt x="186" y="371"/>
                  </a:cubicBezTo>
                  <a:close/>
                  <a:moveTo>
                    <a:pt x="186" y="82"/>
                  </a:moveTo>
                  <a:cubicBezTo>
                    <a:pt x="129" y="82"/>
                    <a:pt x="83" y="128"/>
                    <a:pt x="83" y="185"/>
                  </a:cubicBezTo>
                  <a:cubicBezTo>
                    <a:pt x="83" y="242"/>
                    <a:pt x="129" y="288"/>
                    <a:pt x="186" y="288"/>
                  </a:cubicBezTo>
                  <a:cubicBezTo>
                    <a:pt x="243" y="288"/>
                    <a:pt x="289" y="242"/>
                    <a:pt x="289" y="185"/>
                  </a:cubicBezTo>
                  <a:cubicBezTo>
                    <a:pt x="289" y="128"/>
                    <a:pt x="243" y="82"/>
                    <a:pt x="186" y="8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F39"/>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28909381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a:extLst>
              <a:ext uri="{FF2B5EF4-FFF2-40B4-BE49-F238E27FC236}">
                <a16:creationId xmlns:a16="http://schemas.microsoft.com/office/drawing/2014/main" id="{01E44DE8-2050-2E2E-0753-DDECFA87D3C7}"/>
              </a:ext>
            </a:extLst>
          </p:cNvPr>
          <p:cNvSpPr/>
          <p:nvPr/>
        </p:nvSpPr>
        <p:spPr>
          <a:xfrm>
            <a:off x="149545" y="677839"/>
            <a:ext cx="111432" cy="3868784"/>
          </a:xfrm>
          <a:prstGeom prst="roundRect">
            <a:avLst>
              <a:gd name="adj" fmla="val 225151"/>
            </a:avLst>
          </a:prstGeom>
          <a:solidFill>
            <a:srgbClr val="CCCCCC"/>
          </a:solidFill>
          <a:ln/>
        </p:spPr>
        <p:txBody>
          <a:bodyPr/>
          <a:lstStyle/>
          <a:p>
            <a:endParaRPr lang="fr-FR"/>
          </a:p>
        </p:txBody>
      </p:sp>
      <p:sp>
        <p:nvSpPr>
          <p:cNvPr id="6" name="Shape 5">
            <a:extLst>
              <a:ext uri="{FF2B5EF4-FFF2-40B4-BE49-F238E27FC236}">
                <a16:creationId xmlns:a16="http://schemas.microsoft.com/office/drawing/2014/main" id="{E6AAF41C-405D-8168-EC7F-5B2598FB047D}"/>
              </a:ext>
            </a:extLst>
          </p:cNvPr>
          <p:cNvSpPr/>
          <p:nvPr/>
        </p:nvSpPr>
        <p:spPr>
          <a:xfrm>
            <a:off x="38860" y="222836"/>
            <a:ext cx="499943" cy="499943"/>
          </a:xfrm>
          <a:prstGeom prst="roundRect">
            <a:avLst>
              <a:gd name="adj" fmla="val 20000"/>
            </a:avLst>
          </a:prstGeom>
          <a:solidFill>
            <a:srgbClr val="E6E6E6"/>
          </a:solidFill>
          <a:ln w="7620">
            <a:solidFill>
              <a:srgbClr val="CCCCCC"/>
            </a:solidFill>
            <a:prstDash val="solid"/>
          </a:ln>
        </p:spPr>
        <p:txBody>
          <a:bodyPr/>
          <a:lstStyle/>
          <a:p>
            <a:endParaRPr lang="fr-FR"/>
          </a:p>
        </p:txBody>
      </p:sp>
      <p:sp>
        <p:nvSpPr>
          <p:cNvPr id="7" name="Shape 5">
            <a:extLst>
              <a:ext uri="{FF2B5EF4-FFF2-40B4-BE49-F238E27FC236}">
                <a16:creationId xmlns:a16="http://schemas.microsoft.com/office/drawing/2014/main" id="{23A72501-D799-5813-06F8-3C4745B1718B}"/>
              </a:ext>
            </a:extLst>
          </p:cNvPr>
          <p:cNvSpPr/>
          <p:nvPr/>
        </p:nvSpPr>
        <p:spPr>
          <a:xfrm>
            <a:off x="-1395353" y="761167"/>
            <a:ext cx="499943" cy="499943"/>
          </a:xfrm>
          <a:prstGeom prst="roundRect">
            <a:avLst>
              <a:gd name="adj" fmla="val 20000"/>
            </a:avLst>
          </a:prstGeom>
          <a:solidFill>
            <a:srgbClr val="E6E6E6"/>
          </a:solidFill>
          <a:ln w="7620">
            <a:solidFill>
              <a:srgbClr val="CCCCCC"/>
            </a:solidFill>
            <a:prstDash val="solid"/>
          </a:ln>
        </p:spPr>
        <p:txBody>
          <a:bodyPr/>
          <a:lstStyle/>
          <a:p>
            <a:endParaRPr lang="fr-FR"/>
          </a:p>
        </p:txBody>
      </p:sp>
      <p:sp>
        <p:nvSpPr>
          <p:cNvPr id="8" name="Shape 5">
            <a:extLst>
              <a:ext uri="{FF2B5EF4-FFF2-40B4-BE49-F238E27FC236}">
                <a16:creationId xmlns:a16="http://schemas.microsoft.com/office/drawing/2014/main" id="{97581F0C-FC9A-83FE-97BB-DA3F542B02B4}"/>
              </a:ext>
            </a:extLst>
          </p:cNvPr>
          <p:cNvSpPr/>
          <p:nvPr/>
        </p:nvSpPr>
        <p:spPr>
          <a:xfrm>
            <a:off x="11005" y="2064691"/>
            <a:ext cx="499943" cy="499943"/>
          </a:xfrm>
          <a:prstGeom prst="roundRect">
            <a:avLst>
              <a:gd name="adj" fmla="val 20000"/>
            </a:avLst>
          </a:prstGeom>
          <a:solidFill>
            <a:srgbClr val="E6E6E6"/>
          </a:solidFill>
          <a:ln w="7620">
            <a:solidFill>
              <a:srgbClr val="CCCCCC"/>
            </a:solidFill>
            <a:prstDash val="solid"/>
          </a:ln>
        </p:spPr>
        <p:txBody>
          <a:bodyPr/>
          <a:lstStyle/>
          <a:p>
            <a:endParaRPr lang="fr-FR"/>
          </a:p>
        </p:txBody>
      </p:sp>
      <p:sp>
        <p:nvSpPr>
          <p:cNvPr id="9" name="Shape 4">
            <a:extLst>
              <a:ext uri="{FF2B5EF4-FFF2-40B4-BE49-F238E27FC236}">
                <a16:creationId xmlns:a16="http://schemas.microsoft.com/office/drawing/2014/main" id="{D7519801-FD41-9304-5240-FD02DF3C4A0F}"/>
              </a:ext>
            </a:extLst>
          </p:cNvPr>
          <p:cNvSpPr/>
          <p:nvPr/>
        </p:nvSpPr>
        <p:spPr>
          <a:xfrm>
            <a:off x="555096" y="472830"/>
            <a:ext cx="777597" cy="44410"/>
          </a:xfrm>
          <a:prstGeom prst="roundRect">
            <a:avLst>
              <a:gd name="adj" fmla="val 225151"/>
            </a:avLst>
          </a:prstGeom>
          <a:solidFill>
            <a:srgbClr val="CCCCCC"/>
          </a:solidFill>
          <a:ln/>
        </p:spPr>
        <p:txBody>
          <a:bodyPr/>
          <a:lstStyle/>
          <a:p>
            <a:endParaRPr lang="fr-FR"/>
          </a:p>
        </p:txBody>
      </p:sp>
      <p:sp>
        <p:nvSpPr>
          <p:cNvPr id="10" name="Shape 4">
            <a:extLst>
              <a:ext uri="{FF2B5EF4-FFF2-40B4-BE49-F238E27FC236}">
                <a16:creationId xmlns:a16="http://schemas.microsoft.com/office/drawing/2014/main" id="{DB27FAF2-78A3-A887-557D-CE35A1E23876}"/>
              </a:ext>
            </a:extLst>
          </p:cNvPr>
          <p:cNvSpPr/>
          <p:nvPr/>
        </p:nvSpPr>
        <p:spPr>
          <a:xfrm>
            <a:off x="528335" y="2257577"/>
            <a:ext cx="777597" cy="44410"/>
          </a:xfrm>
          <a:prstGeom prst="roundRect">
            <a:avLst>
              <a:gd name="adj" fmla="val 225151"/>
            </a:avLst>
          </a:prstGeom>
          <a:solidFill>
            <a:srgbClr val="CCCCCC"/>
          </a:solidFill>
          <a:ln/>
        </p:spPr>
        <p:txBody>
          <a:bodyPr/>
          <a:lstStyle/>
          <a:p>
            <a:endParaRPr lang="fr-FR"/>
          </a:p>
        </p:txBody>
      </p:sp>
      <p:sp>
        <p:nvSpPr>
          <p:cNvPr id="11" name="TextBox 10">
            <a:extLst>
              <a:ext uri="{FF2B5EF4-FFF2-40B4-BE49-F238E27FC236}">
                <a16:creationId xmlns:a16="http://schemas.microsoft.com/office/drawing/2014/main" id="{9103D689-0B2A-4FF4-69B7-C35F4E0E0567}"/>
              </a:ext>
            </a:extLst>
          </p:cNvPr>
          <p:cNvSpPr txBox="1"/>
          <p:nvPr/>
        </p:nvSpPr>
        <p:spPr>
          <a:xfrm>
            <a:off x="1566373" y="332574"/>
            <a:ext cx="5393228" cy="369332"/>
          </a:xfrm>
          <a:prstGeom prst="rect">
            <a:avLst/>
          </a:prstGeom>
          <a:noFill/>
        </p:spPr>
        <p:txBody>
          <a:bodyPr wrap="square" rtlCol="0">
            <a:spAutoFit/>
          </a:bodyPr>
          <a:lstStyle/>
          <a:p>
            <a:r>
              <a:rPr lang="fr-FR" sz="1800" b="1" dirty="0">
                <a:latin typeface="Times New Roman" panose="02020603050405020304" pitchFamily="18" charset="0"/>
                <a:cs typeface="Times New Roman" panose="02020603050405020304" pitchFamily="18" charset="0"/>
              </a:rPr>
              <a:t>Dispositif d’interaction(Console de jeux )</a:t>
            </a:r>
          </a:p>
        </p:txBody>
      </p:sp>
      <p:sp>
        <p:nvSpPr>
          <p:cNvPr id="16" name="TextBox 15">
            <a:extLst>
              <a:ext uri="{FF2B5EF4-FFF2-40B4-BE49-F238E27FC236}">
                <a16:creationId xmlns:a16="http://schemas.microsoft.com/office/drawing/2014/main" id="{1CCFD92E-BC3A-816B-807D-DA3E32CC1528}"/>
              </a:ext>
            </a:extLst>
          </p:cNvPr>
          <p:cNvSpPr txBox="1"/>
          <p:nvPr/>
        </p:nvSpPr>
        <p:spPr>
          <a:xfrm>
            <a:off x="975360" y="876318"/>
            <a:ext cx="7142480" cy="307777"/>
          </a:xfrm>
          <a:prstGeom prst="rect">
            <a:avLst/>
          </a:prstGeom>
          <a:noFill/>
        </p:spPr>
        <p:txBody>
          <a:bodyPr wrap="square" rtlCol="0">
            <a:spAutoFit/>
          </a:bodyPr>
          <a:lstStyle/>
          <a:p>
            <a:r>
              <a:rPr lang="fr-FR" dirty="0"/>
              <a:t>-WII                                                                  -KNECK</a:t>
            </a:r>
          </a:p>
        </p:txBody>
      </p:sp>
      <p:pic>
        <p:nvPicPr>
          <p:cNvPr id="18" name="Picture 17">
            <a:extLst>
              <a:ext uri="{FF2B5EF4-FFF2-40B4-BE49-F238E27FC236}">
                <a16:creationId xmlns:a16="http://schemas.microsoft.com/office/drawing/2014/main" id="{66CAADFC-F835-5B8C-E44D-C8571CD7D18F}"/>
              </a:ext>
            </a:extLst>
          </p:cNvPr>
          <p:cNvPicPr>
            <a:picLocks noChangeAspect="1"/>
          </p:cNvPicPr>
          <p:nvPr/>
        </p:nvPicPr>
        <p:blipFill>
          <a:blip r:embed="rId3"/>
          <a:stretch>
            <a:fillRect/>
          </a:stretch>
        </p:blipFill>
        <p:spPr>
          <a:xfrm>
            <a:off x="1778568" y="761167"/>
            <a:ext cx="1439087" cy="1361107"/>
          </a:xfrm>
          <a:prstGeom prst="rect">
            <a:avLst/>
          </a:prstGeom>
        </p:spPr>
      </p:pic>
      <p:pic>
        <p:nvPicPr>
          <p:cNvPr id="20" name="Picture 19">
            <a:extLst>
              <a:ext uri="{FF2B5EF4-FFF2-40B4-BE49-F238E27FC236}">
                <a16:creationId xmlns:a16="http://schemas.microsoft.com/office/drawing/2014/main" id="{0D62BC95-BF8B-B02D-3CD1-AABE816547A3}"/>
              </a:ext>
            </a:extLst>
          </p:cNvPr>
          <p:cNvPicPr>
            <a:picLocks noChangeAspect="1"/>
          </p:cNvPicPr>
          <p:nvPr/>
        </p:nvPicPr>
        <p:blipFill>
          <a:blip r:embed="rId4"/>
          <a:stretch>
            <a:fillRect/>
          </a:stretch>
        </p:blipFill>
        <p:spPr>
          <a:xfrm>
            <a:off x="5445759" y="638785"/>
            <a:ext cx="1573912" cy="1573912"/>
          </a:xfrm>
          <a:prstGeom prst="rect">
            <a:avLst/>
          </a:prstGeom>
        </p:spPr>
      </p:pic>
      <p:sp>
        <p:nvSpPr>
          <p:cNvPr id="21" name="TextBox 20">
            <a:extLst>
              <a:ext uri="{FF2B5EF4-FFF2-40B4-BE49-F238E27FC236}">
                <a16:creationId xmlns:a16="http://schemas.microsoft.com/office/drawing/2014/main" id="{136FDF64-D0FF-1601-702A-558805E7E1CE}"/>
              </a:ext>
            </a:extLst>
          </p:cNvPr>
          <p:cNvSpPr txBox="1"/>
          <p:nvPr/>
        </p:nvSpPr>
        <p:spPr>
          <a:xfrm>
            <a:off x="1332694" y="2097670"/>
            <a:ext cx="6161840" cy="369332"/>
          </a:xfrm>
          <a:prstGeom prst="rect">
            <a:avLst/>
          </a:prstGeom>
          <a:noFill/>
        </p:spPr>
        <p:txBody>
          <a:bodyPr wrap="square" rtlCol="0">
            <a:spAutoFit/>
          </a:bodyPr>
          <a:lstStyle/>
          <a:p>
            <a:r>
              <a:rPr lang="fr-FR" sz="1800" b="1" dirty="0">
                <a:latin typeface="Times New Roman" panose="02020603050405020304" pitchFamily="18" charset="0"/>
                <a:cs typeface="Times New Roman" panose="02020603050405020304" pitchFamily="18" charset="0"/>
              </a:rPr>
              <a:t>Domaine de l’application d’interaction</a:t>
            </a:r>
          </a:p>
        </p:txBody>
      </p:sp>
      <p:grpSp>
        <p:nvGrpSpPr>
          <p:cNvPr id="22" name="Groupe 12">
            <a:extLst>
              <a:ext uri="{FF2B5EF4-FFF2-40B4-BE49-F238E27FC236}">
                <a16:creationId xmlns:a16="http://schemas.microsoft.com/office/drawing/2014/main" id="{0AF13C60-DC36-89A3-ACE4-565D4179F579}"/>
              </a:ext>
            </a:extLst>
          </p:cNvPr>
          <p:cNvGrpSpPr/>
          <p:nvPr/>
        </p:nvGrpSpPr>
        <p:grpSpPr>
          <a:xfrm>
            <a:off x="818933" y="2442243"/>
            <a:ext cx="6992373" cy="535399"/>
            <a:chOff x="1106843" y="2891482"/>
            <a:chExt cx="8511822" cy="642545"/>
          </a:xfrm>
        </p:grpSpPr>
        <p:sp>
          <p:nvSpPr>
            <p:cNvPr id="23" name="Rectangle 22">
              <a:extLst>
                <a:ext uri="{FF2B5EF4-FFF2-40B4-BE49-F238E27FC236}">
                  <a16:creationId xmlns:a16="http://schemas.microsoft.com/office/drawing/2014/main" id="{854022C2-C053-E4E0-1841-F171963006A1}"/>
                </a:ext>
              </a:extLst>
            </p:cNvPr>
            <p:cNvSpPr/>
            <p:nvPr/>
          </p:nvSpPr>
          <p:spPr>
            <a:xfrm>
              <a:off x="1106843" y="2891482"/>
              <a:ext cx="8487108" cy="49419"/>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Flèche : bas 10">
              <a:extLst>
                <a:ext uri="{FF2B5EF4-FFF2-40B4-BE49-F238E27FC236}">
                  <a16:creationId xmlns:a16="http://schemas.microsoft.com/office/drawing/2014/main" id="{40AB951E-AE89-95E6-9FF2-8D9B8F8EDF6F}"/>
                </a:ext>
              </a:extLst>
            </p:cNvPr>
            <p:cNvSpPr/>
            <p:nvPr/>
          </p:nvSpPr>
          <p:spPr>
            <a:xfrm>
              <a:off x="1106843" y="2940901"/>
              <a:ext cx="91762" cy="593126"/>
            </a:xfrm>
            <a:prstGeom prst="downArrow">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Flèche : bas 15">
              <a:extLst>
                <a:ext uri="{FF2B5EF4-FFF2-40B4-BE49-F238E27FC236}">
                  <a16:creationId xmlns:a16="http://schemas.microsoft.com/office/drawing/2014/main" id="{17611625-077B-48B4-A8E0-9EA050327AF4}"/>
                </a:ext>
              </a:extLst>
            </p:cNvPr>
            <p:cNvSpPr/>
            <p:nvPr/>
          </p:nvSpPr>
          <p:spPr>
            <a:xfrm>
              <a:off x="5322661" y="2940901"/>
              <a:ext cx="91762" cy="593126"/>
            </a:xfrm>
            <a:prstGeom prst="downArrow">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Flèche : bas 16">
              <a:extLst>
                <a:ext uri="{FF2B5EF4-FFF2-40B4-BE49-F238E27FC236}">
                  <a16:creationId xmlns:a16="http://schemas.microsoft.com/office/drawing/2014/main" id="{8402DF29-47B0-5607-0061-F057F8E97335}"/>
                </a:ext>
              </a:extLst>
            </p:cNvPr>
            <p:cNvSpPr/>
            <p:nvPr/>
          </p:nvSpPr>
          <p:spPr>
            <a:xfrm>
              <a:off x="9526904" y="2945190"/>
              <a:ext cx="91761" cy="539419"/>
            </a:xfrm>
            <a:prstGeom prst="downArrow">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7" name="TextBox 26">
            <a:extLst>
              <a:ext uri="{FF2B5EF4-FFF2-40B4-BE49-F238E27FC236}">
                <a16:creationId xmlns:a16="http://schemas.microsoft.com/office/drawing/2014/main" id="{7554B46C-0E0B-43B1-2419-22FC99CA28B3}"/>
              </a:ext>
            </a:extLst>
          </p:cNvPr>
          <p:cNvSpPr txBox="1"/>
          <p:nvPr/>
        </p:nvSpPr>
        <p:spPr>
          <a:xfrm>
            <a:off x="260977" y="3018820"/>
            <a:ext cx="1305396" cy="523220"/>
          </a:xfrm>
          <a:prstGeom prst="rect">
            <a:avLst/>
          </a:prstGeom>
          <a:noFill/>
        </p:spPr>
        <p:txBody>
          <a:bodyPr wrap="square" rtlCol="0">
            <a:spAutoFit/>
          </a:bodyPr>
          <a:lstStyle/>
          <a:p>
            <a:r>
              <a:rPr lang="fr-FR" dirty="0"/>
              <a:t>REALITE VIRTUELLE</a:t>
            </a:r>
          </a:p>
        </p:txBody>
      </p:sp>
      <p:sp>
        <p:nvSpPr>
          <p:cNvPr id="28" name="TextBox 27">
            <a:extLst>
              <a:ext uri="{FF2B5EF4-FFF2-40B4-BE49-F238E27FC236}">
                <a16:creationId xmlns:a16="http://schemas.microsoft.com/office/drawing/2014/main" id="{69182541-F948-D363-62F9-D326DB5F1F90}"/>
              </a:ext>
            </a:extLst>
          </p:cNvPr>
          <p:cNvSpPr txBox="1"/>
          <p:nvPr/>
        </p:nvSpPr>
        <p:spPr>
          <a:xfrm>
            <a:off x="3779520" y="3018820"/>
            <a:ext cx="1681882" cy="523220"/>
          </a:xfrm>
          <a:prstGeom prst="rect">
            <a:avLst/>
          </a:prstGeom>
          <a:noFill/>
        </p:spPr>
        <p:txBody>
          <a:bodyPr wrap="square" rtlCol="0">
            <a:spAutoFit/>
          </a:bodyPr>
          <a:lstStyle/>
          <a:p>
            <a:r>
              <a:rPr lang="fr-FR" dirty="0"/>
              <a:t>. REALITE AUGMENTEE</a:t>
            </a:r>
          </a:p>
        </p:txBody>
      </p:sp>
      <p:sp>
        <p:nvSpPr>
          <p:cNvPr id="29" name="TextBox 28">
            <a:extLst>
              <a:ext uri="{FF2B5EF4-FFF2-40B4-BE49-F238E27FC236}">
                <a16:creationId xmlns:a16="http://schemas.microsoft.com/office/drawing/2014/main" id="{A2E8729A-881C-8761-8A54-9A838A497022}"/>
              </a:ext>
            </a:extLst>
          </p:cNvPr>
          <p:cNvSpPr txBox="1"/>
          <p:nvPr/>
        </p:nvSpPr>
        <p:spPr>
          <a:xfrm>
            <a:off x="7019671" y="2936465"/>
            <a:ext cx="1305396" cy="523221"/>
          </a:xfrm>
          <a:prstGeom prst="rect">
            <a:avLst/>
          </a:prstGeom>
          <a:noFill/>
        </p:spPr>
        <p:txBody>
          <a:bodyPr wrap="square" rtlCol="0">
            <a:spAutoFit/>
          </a:bodyPr>
          <a:lstStyle/>
          <a:p>
            <a:r>
              <a:rPr lang="fr-FR" dirty="0"/>
              <a:t>CONTROLE MACHINE</a:t>
            </a:r>
          </a:p>
        </p:txBody>
      </p:sp>
      <p:pic>
        <p:nvPicPr>
          <p:cNvPr id="31" name="Picture 30">
            <a:extLst>
              <a:ext uri="{FF2B5EF4-FFF2-40B4-BE49-F238E27FC236}">
                <a16:creationId xmlns:a16="http://schemas.microsoft.com/office/drawing/2014/main" id="{9E5F7EE3-6654-F17A-582D-1274700D1462}"/>
              </a:ext>
            </a:extLst>
          </p:cNvPr>
          <p:cNvPicPr>
            <a:picLocks noChangeAspect="1"/>
          </p:cNvPicPr>
          <p:nvPr/>
        </p:nvPicPr>
        <p:blipFill>
          <a:blip r:embed="rId5"/>
          <a:stretch>
            <a:fillRect/>
          </a:stretch>
        </p:blipFill>
        <p:spPr>
          <a:xfrm>
            <a:off x="1361731" y="2468083"/>
            <a:ext cx="2257612" cy="1424445"/>
          </a:xfrm>
          <a:prstGeom prst="rect">
            <a:avLst/>
          </a:prstGeom>
        </p:spPr>
      </p:pic>
      <p:pic>
        <p:nvPicPr>
          <p:cNvPr id="33" name="Picture 32">
            <a:extLst>
              <a:ext uri="{FF2B5EF4-FFF2-40B4-BE49-F238E27FC236}">
                <a16:creationId xmlns:a16="http://schemas.microsoft.com/office/drawing/2014/main" id="{FAA28113-58B6-BFE6-4309-CECA4FF68D78}"/>
              </a:ext>
            </a:extLst>
          </p:cNvPr>
          <p:cNvPicPr>
            <a:picLocks noChangeAspect="1"/>
          </p:cNvPicPr>
          <p:nvPr/>
        </p:nvPicPr>
        <p:blipFill>
          <a:blip r:embed="rId6"/>
          <a:stretch>
            <a:fillRect/>
          </a:stretch>
        </p:blipFill>
        <p:spPr>
          <a:xfrm>
            <a:off x="5020407" y="2502272"/>
            <a:ext cx="2060791" cy="1297860"/>
          </a:xfrm>
          <a:prstGeom prst="rect">
            <a:avLst/>
          </a:prstGeom>
        </p:spPr>
      </p:pic>
      <p:sp>
        <p:nvSpPr>
          <p:cNvPr id="2" name="Ellipse 1">
            <a:extLst>
              <a:ext uri="{FF2B5EF4-FFF2-40B4-BE49-F238E27FC236}">
                <a16:creationId xmlns:a16="http://schemas.microsoft.com/office/drawing/2014/main" id="{4B516A64-FD05-74A3-DEBA-C1E34DB23A73}"/>
              </a:ext>
            </a:extLst>
          </p:cNvPr>
          <p:cNvSpPr/>
          <p:nvPr/>
        </p:nvSpPr>
        <p:spPr>
          <a:xfrm>
            <a:off x="8505826" y="168569"/>
            <a:ext cx="457199" cy="470216"/>
          </a:xfrm>
          <a:prstGeom prst="ellipse">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800" b="1" dirty="0"/>
              <a:t>5</a:t>
            </a:r>
          </a:p>
        </p:txBody>
      </p:sp>
    </p:spTree>
    <p:extLst>
      <p:ext uri="{BB962C8B-B14F-4D97-AF65-F5344CB8AC3E}">
        <p14:creationId xmlns:p14="http://schemas.microsoft.com/office/powerpoint/2010/main" val="29664268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3959B-E499-2CF4-42B0-B163E417F891}"/>
            </a:ext>
          </a:extLst>
        </p:cNvPr>
        <p:cNvGrpSpPr/>
        <p:nvPr/>
      </p:nvGrpSpPr>
      <p:grpSpPr>
        <a:xfrm>
          <a:off x="0" y="0"/>
          <a:ext cx="0" cy="0"/>
          <a:chOff x="0" y="0"/>
          <a:chExt cx="0" cy="0"/>
        </a:xfrm>
      </p:grpSpPr>
      <p:sp>
        <p:nvSpPr>
          <p:cNvPr id="10" name="Ellipse 9">
            <a:extLst>
              <a:ext uri="{FF2B5EF4-FFF2-40B4-BE49-F238E27FC236}">
                <a16:creationId xmlns:a16="http://schemas.microsoft.com/office/drawing/2014/main" id="{42059EE7-5FD0-DACE-D42A-F0BF92DF1EA0}"/>
              </a:ext>
            </a:extLst>
          </p:cNvPr>
          <p:cNvSpPr/>
          <p:nvPr/>
        </p:nvSpPr>
        <p:spPr>
          <a:xfrm>
            <a:off x="295275" y="4070902"/>
            <a:ext cx="3027589" cy="28575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a:extLst>
              <a:ext uri="{FF2B5EF4-FFF2-40B4-BE49-F238E27FC236}">
                <a16:creationId xmlns:a16="http://schemas.microsoft.com/office/drawing/2014/main" id="{E66FBB59-88EC-3A88-BB76-C3E904C247F7}"/>
              </a:ext>
            </a:extLst>
          </p:cNvPr>
          <p:cNvSpPr>
            <a:spLocks noGrp="1"/>
          </p:cNvSpPr>
          <p:nvPr>
            <p:ph type="title"/>
          </p:nvPr>
        </p:nvSpPr>
        <p:spPr>
          <a:xfrm>
            <a:off x="3925664" y="1199146"/>
            <a:ext cx="4999263" cy="3273878"/>
          </a:xfrm>
        </p:spPr>
        <p:txBody>
          <a:bodyPr/>
          <a:lstStyle/>
          <a:p>
            <a:pPr algn="ctr"/>
            <a:br>
              <a:rPr lang="fr-FR" sz="3200" dirty="0">
                <a:solidFill>
                  <a:srgbClr val="FF0000"/>
                </a:solidFill>
                <a:latin typeface="Times New Roman" panose="02020603050405020304" pitchFamily="18" charset="0"/>
                <a:cs typeface="Times New Roman" panose="02020603050405020304" pitchFamily="18" charset="0"/>
              </a:rPr>
            </a:br>
            <a:r>
              <a:rPr lang="fr-FR" sz="3200" dirty="0">
                <a:solidFill>
                  <a:srgbClr val="FF0000"/>
                </a:solidFill>
                <a:latin typeface="Times New Roman" panose="02020603050405020304" pitchFamily="18" charset="0"/>
                <a:cs typeface="Times New Roman" panose="02020603050405020304" pitchFamily="18" charset="0"/>
              </a:rPr>
              <a:t>CHAPITRE 2</a:t>
            </a:r>
            <a:br>
              <a:rPr lang="fr-FR" sz="3200" dirty="0">
                <a:latin typeface="Times New Roman" panose="02020603050405020304" pitchFamily="18" charset="0"/>
                <a:cs typeface="Times New Roman" panose="02020603050405020304" pitchFamily="18" charset="0"/>
              </a:rPr>
            </a:br>
            <a:r>
              <a:rPr lang="fr-FR" sz="3600" b="1" dirty="0">
                <a:latin typeface="Times New Roman" panose="02020603050405020304" pitchFamily="18" charset="0"/>
                <a:ea typeface="Fira Sans"/>
                <a:cs typeface="Times New Roman" panose="02020603050405020304" pitchFamily="18" charset="0"/>
                <a:sym typeface="Fira Sans"/>
              </a:rPr>
              <a:t>Réseau neuronal pour la reconnaissance gestuelle </a:t>
            </a:r>
            <a:br>
              <a:rPr lang="fr-FR" sz="3600" b="1" dirty="0">
                <a:latin typeface="Times New Roman" panose="02020603050405020304" pitchFamily="18" charset="0"/>
                <a:ea typeface="Fira Sans"/>
                <a:cs typeface="Times New Roman" panose="02020603050405020304" pitchFamily="18" charset="0"/>
                <a:sym typeface="Fira Sans"/>
              </a:rPr>
            </a:br>
            <a:br>
              <a:rPr lang="fr-FR" sz="3600" b="1" dirty="0">
                <a:latin typeface="Times New Roman" panose="02020603050405020304" pitchFamily="18" charset="0"/>
                <a:ea typeface="Fira Sans"/>
                <a:cs typeface="Times New Roman" panose="02020603050405020304" pitchFamily="18" charset="0"/>
                <a:sym typeface="Fira Sans"/>
              </a:rPr>
            </a:br>
            <a:br>
              <a:rPr lang="fr-FR" sz="2000" dirty="0">
                <a:latin typeface="Times New Roman" panose="02020603050405020304" pitchFamily="18" charset="0"/>
                <a:cs typeface="Times New Roman" panose="02020603050405020304" pitchFamily="18" charset="0"/>
              </a:rPr>
            </a:br>
            <a:br>
              <a:rPr lang="fr-FR" sz="2000" dirty="0">
                <a:latin typeface="Times New Roman" panose="02020603050405020304" pitchFamily="18" charset="0"/>
                <a:cs typeface="Times New Roman" panose="02020603050405020304" pitchFamily="18" charset="0"/>
              </a:rPr>
            </a:br>
            <a:endParaRPr lang="fr-FR" sz="2000" dirty="0">
              <a:latin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775CCC2C-F866-EE06-52E7-D90FD78BA2DE}"/>
              </a:ext>
            </a:extLst>
          </p:cNvPr>
          <p:cNvGrpSpPr/>
          <p:nvPr/>
        </p:nvGrpSpPr>
        <p:grpSpPr>
          <a:xfrm>
            <a:off x="771526" y="913396"/>
            <a:ext cx="2349986" cy="3016694"/>
            <a:chOff x="1669020" y="3858368"/>
            <a:chExt cx="1828922" cy="2355351"/>
          </a:xfrm>
        </p:grpSpPr>
        <p:sp>
          <p:nvSpPr>
            <p:cNvPr id="12" name="Freeform 5">
              <a:extLst>
                <a:ext uri="{FF2B5EF4-FFF2-40B4-BE49-F238E27FC236}">
                  <a16:creationId xmlns:a16="http://schemas.microsoft.com/office/drawing/2014/main" id="{15D96D81-DD7E-21AE-EA20-8828BE071BBF}"/>
                </a:ext>
              </a:extLst>
            </p:cNvPr>
            <p:cNvSpPr>
              <a:spLocks/>
            </p:cNvSpPr>
            <p:nvPr/>
          </p:nvSpPr>
          <p:spPr bwMode="auto">
            <a:xfrm>
              <a:off x="1669020" y="3858368"/>
              <a:ext cx="1828922" cy="2355351"/>
            </a:xfrm>
            <a:custGeom>
              <a:avLst/>
              <a:gdLst>
                <a:gd name="T0" fmla="*/ 1406 w 1411"/>
                <a:gd name="T1" fmla="*/ 919 h 1818"/>
                <a:gd name="T2" fmla="*/ 1378 w 1411"/>
                <a:gd name="T3" fmla="*/ 845 h 1818"/>
                <a:gd name="T4" fmla="*/ 1291 w 1411"/>
                <a:gd name="T5" fmla="*/ 682 h 1818"/>
                <a:gd name="T6" fmla="*/ 1263 w 1411"/>
                <a:gd name="T7" fmla="*/ 591 h 1818"/>
                <a:gd name="T8" fmla="*/ 1248 w 1411"/>
                <a:gd name="T9" fmla="*/ 466 h 1818"/>
                <a:gd name="T10" fmla="*/ 1192 w 1411"/>
                <a:gd name="T11" fmla="*/ 298 h 1818"/>
                <a:gd name="T12" fmla="*/ 1064 w 1411"/>
                <a:gd name="T13" fmla="*/ 135 h 1818"/>
                <a:gd name="T14" fmla="*/ 749 w 1411"/>
                <a:gd name="T15" fmla="*/ 10 h 1818"/>
                <a:gd name="T16" fmla="*/ 573 w 1411"/>
                <a:gd name="T17" fmla="*/ 8 h 1818"/>
                <a:gd name="T18" fmla="*/ 441 w 1411"/>
                <a:gd name="T19" fmla="*/ 25 h 1818"/>
                <a:gd name="T20" fmla="*/ 311 w 1411"/>
                <a:gd name="T21" fmla="*/ 69 h 1818"/>
                <a:gd name="T22" fmla="*/ 163 w 1411"/>
                <a:gd name="T23" fmla="*/ 160 h 1818"/>
                <a:gd name="T24" fmla="*/ 39 w 1411"/>
                <a:gd name="T25" fmla="*/ 351 h 1818"/>
                <a:gd name="T26" fmla="*/ 5 w 1411"/>
                <a:gd name="T27" fmla="*/ 514 h 1818"/>
                <a:gd name="T28" fmla="*/ 23 w 1411"/>
                <a:gd name="T29" fmla="*/ 749 h 1818"/>
                <a:gd name="T30" fmla="*/ 72 w 1411"/>
                <a:gd name="T31" fmla="*/ 899 h 1818"/>
                <a:gd name="T32" fmla="*/ 194 w 1411"/>
                <a:gd name="T33" fmla="*/ 1108 h 1818"/>
                <a:gd name="T34" fmla="*/ 201 w 1411"/>
                <a:gd name="T35" fmla="*/ 1123 h 1818"/>
                <a:gd name="T36" fmla="*/ 204 w 1411"/>
                <a:gd name="T37" fmla="*/ 1215 h 1818"/>
                <a:gd name="T38" fmla="*/ 199 w 1411"/>
                <a:gd name="T39" fmla="*/ 1474 h 1818"/>
                <a:gd name="T40" fmla="*/ 209 w 1411"/>
                <a:gd name="T41" fmla="*/ 1492 h 1818"/>
                <a:gd name="T42" fmla="*/ 334 w 1411"/>
                <a:gd name="T43" fmla="*/ 1551 h 1818"/>
                <a:gd name="T44" fmla="*/ 423 w 1411"/>
                <a:gd name="T45" fmla="*/ 1594 h 1818"/>
                <a:gd name="T46" fmla="*/ 553 w 1411"/>
                <a:gd name="T47" fmla="*/ 1658 h 1818"/>
                <a:gd name="T48" fmla="*/ 680 w 1411"/>
                <a:gd name="T49" fmla="*/ 1719 h 1818"/>
                <a:gd name="T50" fmla="*/ 833 w 1411"/>
                <a:gd name="T51" fmla="*/ 1790 h 1818"/>
                <a:gd name="T52" fmla="*/ 889 w 1411"/>
                <a:gd name="T53" fmla="*/ 1818 h 1818"/>
                <a:gd name="T54" fmla="*/ 955 w 1411"/>
                <a:gd name="T55" fmla="*/ 1431 h 1818"/>
                <a:gd name="T56" fmla="*/ 965 w 1411"/>
                <a:gd name="T57" fmla="*/ 1434 h 1818"/>
                <a:gd name="T58" fmla="*/ 1080 w 1411"/>
                <a:gd name="T59" fmla="*/ 1446 h 1818"/>
                <a:gd name="T60" fmla="*/ 1240 w 1411"/>
                <a:gd name="T61" fmla="*/ 1439 h 1818"/>
                <a:gd name="T62" fmla="*/ 1266 w 1411"/>
                <a:gd name="T63" fmla="*/ 1426 h 1818"/>
                <a:gd name="T64" fmla="*/ 1283 w 1411"/>
                <a:gd name="T65" fmla="*/ 1357 h 1818"/>
                <a:gd name="T66" fmla="*/ 1255 w 1411"/>
                <a:gd name="T67" fmla="*/ 1273 h 1818"/>
                <a:gd name="T68" fmla="*/ 1255 w 1411"/>
                <a:gd name="T69" fmla="*/ 1260 h 1818"/>
                <a:gd name="T70" fmla="*/ 1281 w 1411"/>
                <a:gd name="T71" fmla="*/ 1187 h 1818"/>
                <a:gd name="T72" fmla="*/ 1276 w 1411"/>
                <a:gd name="T73" fmla="*/ 1169 h 1818"/>
                <a:gd name="T74" fmla="*/ 1235 w 1411"/>
                <a:gd name="T75" fmla="*/ 1131 h 1818"/>
                <a:gd name="T76" fmla="*/ 1240 w 1411"/>
                <a:gd name="T77" fmla="*/ 1123 h 1818"/>
                <a:gd name="T78" fmla="*/ 1291 w 1411"/>
                <a:gd name="T79" fmla="*/ 1090 h 1818"/>
                <a:gd name="T80" fmla="*/ 1296 w 1411"/>
                <a:gd name="T81" fmla="*/ 1077 h 1818"/>
                <a:gd name="T82" fmla="*/ 1291 w 1411"/>
                <a:gd name="T83" fmla="*/ 1039 h 1818"/>
                <a:gd name="T84" fmla="*/ 1283 w 1411"/>
                <a:gd name="T85" fmla="*/ 980 h 1818"/>
                <a:gd name="T86" fmla="*/ 1370 w 1411"/>
                <a:gd name="T87" fmla="*/ 970 h 1818"/>
                <a:gd name="T88" fmla="*/ 1406 w 1411"/>
                <a:gd name="T89" fmla="*/ 919 h 18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11" h="1818">
                  <a:moveTo>
                    <a:pt x="1406" y="919"/>
                  </a:moveTo>
                  <a:cubicBezTo>
                    <a:pt x="1395" y="894"/>
                    <a:pt x="1390" y="868"/>
                    <a:pt x="1378" y="845"/>
                  </a:cubicBezTo>
                  <a:cubicBezTo>
                    <a:pt x="1350" y="792"/>
                    <a:pt x="1319" y="738"/>
                    <a:pt x="1291" y="682"/>
                  </a:cubicBezTo>
                  <a:cubicBezTo>
                    <a:pt x="1276" y="654"/>
                    <a:pt x="1263" y="626"/>
                    <a:pt x="1263" y="591"/>
                  </a:cubicBezTo>
                  <a:cubicBezTo>
                    <a:pt x="1260" y="550"/>
                    <a:pt x="1255" y="507"/>
                    <a:pt x="1248" y="466"/>
                  </a:cubicBezTo>
                  <a:cubicBezTo>
                    <a:pt x="1238" y="407"/>
                    <a:pt x="1220" y="351"/>
                    <a:pt x="1192" y="298"/>
                  </a:cubicBezTo>
                  <a:cubicBezTo>
                    <a:pt x="1161" y="234"/>
                    <a:pt x="1118" y="181"/>
                    <a:pt x="1064" y="135"/>
                  </a:cubicBezTo>
                  <a:cubicBezTo>
                    <a:pt x="973" y="59"/>
                    <a:pt x="866" y="23"/>
                    <a:pt x="749" y="10"/>
                  </a:cubicBezTo>
                  <a:cubicBezTo>
                    <a:pt x="690" y="3"/>
                    <a:pt x="632" y="0"/>
                    <a:pt x="573" y="8"/>
                  </a:cubicBezTo>
                  <a:cubicBezTo>
                    <a:pt x="527" y="13"/>
                    <a:pt x="484" y="15"/>
                    <a:pt x="441" y="25"/>
                  </a:cubicBezTo>
                  <a:cubicBezTo>
                    <a:pt x="395" y="36"/>
                    <a:pt x="354" y="51"/>
                    <a:pt x="311" y="69"/>
                  </a:cubicBezTo>
                  <a:cubicBezTo>
                    <a:pt x="255" y="89"/>
                    <a:pt x="207" y="122"/>
                    <a:pt x="163" y="160"/>
                  </a:cubicBezTo>
                  <a:cubicBezTo>
                    <a:pt x="105" y="214"/>
                    <a:pt x="64" y="278"/>
                    <a:pt x="39" y="351"/>
                  </a:cubicBezTo>
                  <a:cubicBezTo>
                    <a:pt x="18" y="405"/>
                    <a:pt x="8" y="461"/>
                    <a:pt x="5" y="514"/>
                  </a:cubicBezTo>
                  <a:cubicBezTo>
                    <a:pt x="0" y="593"/>
                    <a:pt x="5" y="672"/>
                    <a:pt x="23" y="749"/>
                  </a:cubicBezTo>
                  <a:cubicBezTo>
                    <a:pt x="33" y="800"/>
                    <a:pt x="51" y="850"/>
                    <a:pt x="72" y="899"/>
                  </a:cubicBezTo>
                  <a:cubicBezTo>
                    <a:pt x="102" y="973"/>
                    <a:pt x="143" y="1044"/>
                    <a:pt x="194" y="1108"/>
                  </a:cubicBezTo>
                  <a:cubicBezTo>
                    <a:pt x="199" y="1110"/>
                    <a:pt x="201" y="1118"/>
                    <a:pt x="201" y="1123"/>
                  </a:cubicBezTo>
                  <a:cubicBezTo>
                    <a:pt x="204" y="1153"/>
                    <a:pt x="204" y="1184"/>
                    <a:pt x="204" y="1215"/>
                  </a:cubicBezTo>
                  <a:cubicBezTo>
                    <a:pt x="204" y="1301"/>
                    <a:pt x="201" y="1388"/>
                    <a:pt x="199" y="1474"/>
                  </a:cubicBezTo>
                  <a:cubicBezTo>
                    <a:pt x="199" y="1484"/>
                    <a:pt x="199" y="1490"/>
                    <a:pt x="209" y="1492"/>
                  </a:cubicBezTo>
                  <a:cubicBezTo>
                    <a:pt x="250" y="1512"/>
                    <a:pt x="293" y="1530"/>
                    <a:pt x="334" y="1551"/>
                  </a:cubicBezTo>
                  <a:cubicBezTo>
                    <a:pt x="364" y="1563"/>
                    <a:pt x="392" y="1581"/>
                    <a:pt x="423" y="1594"/>
                  </a:cubicBezTo>
                  <a:cubicBezTo>
                    <a:pt x="466" y="1617"/>
                    <a:pt x="509" y="1637"/>
                    <a:pt x="553" y="1658"/>
                  </a:cubicBezTo>
                  <a:cubicBezTo>
                    <a:pt x="596" y="1678"/>
                    <a:pt x="637" y="1698"/>
                    <a:pt x="680" y="1719"/>
                  </a:cubicBezTo>
                  <a:cubicBezTo>
                    <a:pt x="731" y="1742"/>
                    <a:pt x="782" y="1767"/>
                    <a:pt x="833" y="1790"/>
                  </a:cubicBezTo>
                  <a:cubicBezTo>
                    <a:pt x="851" y="1800"/>
                    <a:pt x="868" y="1808"/>
                    <a:pt x="889" y="1818"/>
                  </a:cubicBezTo>
                  <a:cubicBezTo>
                    <a:pt x="912" y="1688"/>
                    <a:pt x="935" y="1561"/>
                    <a:pt x="955" y="1431"/>
                  </a:cubicBezTo>
                  <a:cubicBezTo>
                    <a:pt x="960" y="1431"/>
                    <a:pt x="963" y="1431"/>
                    <a:pt x="965" y="1434"/>
                  </a:cubicBezTo>
                  <a:cubicBezTo>
                    <a:pt x="1003" y="1439"/>
                    <a:pt x="1042" y="1444"/>
                    <a:pt x="1080" y="1446"/>
                  </a:cubicBezTo>
                  <a:cubicBezTo>
                    <a:pt x="1133" y="1451"/>
                    <a:pt x="1187" y="1451"/>
                    <a:pt x="1240" y="1439"/>
                  </a:cubicBezTo>
                  <a:cubicBezTo>
                    <a:pt x="1250" y="1436"/>
                    <a:pt x="1258" y="1434"/>
                    <a:pt x="1266" y="1426"/>
                  </a:cubicBezTo>
                  <a:cubicBezTo>
                    <a:pt x="1286" y="1408"/>
                    <a:pt x="1291" y="1383"/>
                    <a:pt x="1283" y="1357"/>
                  </a:cubicBezTo>
                  <a:cubicBezTo>
                    <a:pt x="1278" y="1329"/>
                    <a:pt x="1266" y="1301"/>
                    <a:pt x="1255" y="1273"/>
                  </a:cubicBezTo>
                  <a:cubicBezTo>
                    <a:pt x="1255" y="1268"/>
                    <a:pt x="1255" y="1263"/>
                    <a:pt x="1255" y="1260"/>
                  </a:cubicBezTo>
                  <a:cubicBezTo>
                    <a:pt x="1263" y="1235"/>
                    <a:pt x="1271" y="1209"/>
                    <a:pt x="1281" y="1187"/>
                  </a:cubicBezTo>
                  <a:cubicBezTo>
                    <a:pt x="1283" y="1179"/>
                    <a:pt x="1281" y="1174"/>
                    <a:pt x="1276" y="1169"/>
                  </a:cubicBezTo>
                  <a:cubicBezTo>
                    <a:pt x="1263" y="1156"/>
                    <a:pt x="1248" y="1143"/>
                    <a:pt x="1235" y="1131"/>
                  </a:cubicBezTo>
                  <a:cubicBezTo>
                    <a:pt x="1238" y="1125"/>
                    <a:pt x="1240" y="1125"/>
                    <a:pt x="1240" y="1123"/>
                  </a:cubicBezTo>
                  <a:cubicBezTo>
                    <a:pt x="1258" y="1113"/>
                    <a:pt x="1273" y="1100"/>
                    <a:pt x="1291" y="1090"/>
                  </a:cubicBezTo>
                  <a:cubicBezTo>
                    <a:pt x="1294" y="1087"/>
                    <a:pt x="1296" y="1082"/>
                    <a:pt x="1296" y="1077"/>
                  </a:cubicBezTo>
                  <a:cubicBezTo>
                    <a:pt x="1296" y="1064"/>
                    <a:pt x="1294" y="1052"/>
                    <a:pt x="1291" y="1039"/>
                  </a:cubicBezTo>
                  <a:cubicBezTo>
                    <a:pt x="1288" y="1018"/>
                    <a:pt x="1286" y="998"/>
                    <a:pt x="1283" y="980"/>
                  </a:cubicBezTo>
                  <a:cubicBezTo>
                    <a:pt x="1314" y="975"/>
                    <a:pt x="1342" y="973"/>
                    <a:pt x="1370" y="970"/>
                  </a:cubicBezTo>
                  <a:cubicBezTo>
                    <a:pt x="1400" y="965"/>
                    <a:pt x="1411" y="950"/>
                    <a:pt x="1406" y="919"/>
                  </a:cubicBezTo>
                  <a:close/>
                </a:path>
              </a:pathLst>
            </a:custGeom>
            <a:solidFill>
              <a:schemeClr val="tx2">
                <a:lumMod val="50000"/>
              </a:schemeClr>
            </a:solidFill>
            <a:ln>
              <a:noFill/>
            </a:ln>
          </p:spPr>
          <p:txBody>
            <a:bodyPr vert="horz" wrap="square" lIns="68580" tIns="34290" rIns="68580" bIns="34290" numCol="1" anchor="t" anchorCtr="0" compatLnSpc="1">
              <a:prstTxWarp prst="textNoShape">
                <a:avLst/>
              </a:prstTxWarp>
            </a:bodyPr>
            <a:lstStyle/>
            <a:p>
              <a:pPr defTabSz="685800">
                <a:buClrTx/>
                <a:defRPr/>
              </a:pPr>
              <a:endParaRPr lang="en-US" sz="1350" kern="1200">
                <a:solidFill>
                  <a:srgbClr val="282F39"/>
                </a:solidFill>
                <a:latin typeface="Calibri" panose="020F0502020204030204"/>
                <a:ea typeface="+mn-ea"/>
                <a:cs typeface="+mn-cs"/>
              </a:endParaRPr>
            </a:p>
          </p:txBody>
        </p:sp>
        <p:grpSp>
          <p:nvGrpSpPr>
            <p:cNvPr id="13" name="Group 9">
              <a:extLst>
                <a:ext uri="{FF2B5EF4-FFF2-40B4-BE49-F238E27FC236}">
                  <a16:creationId xmlns:a16="http://schemas.microsoft.com/office/drawing/2014/main" id="{BEA15292-DD82-7B1A-3EEB-5B1A3EF49247}"/>
                </a:ext>
              </a:extLst>
            </p:cNvPr>
            <p:cNvGrpSpPr/>
            <p:nvPr/>
          </p:nvGrpSpPr>
          <p:grpSpPr>
            <a:xfrm>
              <a:off x="1840037" y="4023360"/>
              <a:ext cx="1251702" cy="810696"/>
              <a:chOff x="675716" y="-3367038"/>
              <a:chExt cx="3580343" cy="2318902"/>
            </a:xfrm>
            <a:solidFill>
              <a:schemeClr val="bg1"/>
            </a:solidFill>
          </p:grpSpPr>
          <p:sp>
            <p:nvSpPr>
              <p:cNvPr id="14" name="Freeform 10">
                <a:extLst>
                  <a:ext uri="{FF2B5EF4-FFF2-40B4-BE49-F238E27FC236}">
                    <a16:creationId xmlns:a16="http://schemas.microsoft.com/office/drawing/2014/main" id="{417407D6-BB4F-70CB-AFD9-A28C3EA4B396}"/>
                  </a:ext>
                </a:extLst>
              </p:cNvPr>
              <p:cNvSpPr>
                <a:spLocks noEditPoints="1"/>
              </p:cNvSpPr>
              <p:nvPr/>
            </p:nvSpPr>
            <p:spPr bwMode="auto">
              <a:xfrm>
                <a:off x="978999" y="-2596754"/>
                <a:ext cx="2069300" cy="1068198"/>
              </a:xfrm>
              <a:custGeom>
                <a:avLst/>
                <a:gdLst>
                  <a:gd name="T0" fmla="*/ 98 w 384"/>
                  <a:gd name="T1" fmla="*/ 166 h 198"/>
                  <a:gd name="T2" fmla="*/ 93 w 384"/>
                  <a:gd name="T3" fmla="*/ 156 h 198"/>
                  <a:gd name="T4" fmla="*/ 5 w 384"/>
                  <a:gd name="T5" fmla="*/ 104 h 198"/>
                  <a:gd name="T6" fmla="*/ 78 w 384"/>
                  <a:gd name="T7" fmla="*/ 91 h 198"/>
                  <a:gd name="T8" fmla="*/ 98 w 384"/>
                  <a:gd name="T9" fmla="*/ 111 h 198"/>
                  <a:gd name="T10" fmla="*/ 53 w 384"/>
                  <a:gd name="T11" fmla="*/ 59 h 198"/>
                  <a:gd name="T12" fmla="*/ 76 w 384"/>
                  <a:gd name="T13" fmla="*/ 9 h 198"/>
                  <a:gd name="T14" fmla="*/ 184 w 384"/>
                  <a:gd name="T15" fmla="*/ 63 h 198"/>
                  <a:gd name="T16" fmla="*/ 192 w 384"/>
                  <a:gd name="T17" fmla="*/ 114 h 198"/>
                  <a:gd name="T18" fmla="*/ 201 w 384"/>
                  <a:gd name="T19" fmla="*/ 110 h 198"/>
                  <a:gd name="T20" fmla="*/ 180 w 384"/>
                  <a:gd name="T21" fmla="*/ 34 h 198"/>
                  <a:gd name="T22" fmla="*/ 220 w 384"/>
                  <a:gd name="T23" fmla="*/ 14 h 198"/>
                  <a:gd name="T24" fmla="*/ 289 w 384"/>
                  <a:gd name="T25" fmla="*/ 85 h 198"/>
                  <a:gd name="T26" fmla="*/ 288 w 384"/>
                  <a:gd name="T27" fmla="*/ 111 h 198"/>
                  <a:gd name="T28" fmla="*/ 299 w 384"/>
                  <a:gd name="T29" fmla="*/ 77 h 198"/>
                  <a:gd name="T30" fmla="*/ 278 w 384"/>
                  <a:gd name="T31" fmla="*/ 32 h 198"/>
                  <a:gd name="T32" fmla="*/ 371 w 384"/>
                  <a:gd name="T33" fmla="*/ 54 h 198"/>
                  <a:gd name="T34" fmla="*/ 375 w 384"/>
                  <a:gd name="T35" fmla="*/ 128 h 198"/>
                  <a:gd name="T36" fmla="*/ 346 w 384"/>
                  <a:gd name="T37" fmla="*/ 125 h 198"/>
                  <a:gd name="T38" fmla="*/ 333 w 384"/>
                  <a:gd name="T39" fmla="*/ 126 h 198"/>
                  <a:gd name="T40" fmla="*/ 322 w 384"/>
                  <a:gd name="T41" fmla="*/ 121 h 198"/>
                  <a:gd name="T42" fmla="*/ 330 w 384"/>
                  <a:gd name="T43" fmla="*/ 41 h 198"/>
                  <a:gd name="T44" fmla="*/ 322 w 384"/>
                  <a:gd name="T45" fmla="*/ 48 h 198"/>
                  <a:gd name="T46" fmla="*/ 308 w 384"/>
                  <a:gd name="T47" fmla="*/ 118 h 198"/>
                  <a:gd name="T48" fmla="*/ 265 w 384"/>
                  <a:gd name="T49" fmla="*/ 131 h 198"/>
                  <a:gd name="T50" fmla="*/ 247 w 384"/>
                  <a:gd name="T51" fmla="*/ 69 h 198"/>
                  <a:gd name="T52" fmla="*/ 236 w 384"/>
                  <a:gd name="T53" fmla="*/ 62 h 198"/>
                  <a:gd name="T54" fmla="*/ 247 w 384"/>
                  <a:gd name="T55" fmla="*/ 93 h 198"/>
                  <a:gd name="T56" fmla="*/ 231 w 384"/>
                  <a:gd name="T57" fmla="*/ 167 h 198"/>
                  <a:gd name="T58" fmla="*/ 107 w 384"/>
                  <a:gd name="T59" fmla="*/ 184 h 198"/>
                  <a:gd name="T60" fmla="*/ 157 w 384"/>
                  <a:gd name="T61" fmla="*/ 107 h 198"/>
                  <a:gd name="T62" fmla="*/ 75 w 384"/>
                  <a:gd name="T63" fmla="*/ 123 h 198"/>
                  <a:gd name="T64" fmla="*/ 43 w 384"/>
                  <a:gd name="T65" fmla="*/ 101 h 198"/>
                  <a:gd name="T66" fmla="*/ 62 w 384"/>
                  <a:gd name="T67" fmla="*/ 123 h 198"/>
                  <a:gd name="T68" fmla="*/ 136 w 384"/>
                  <a:gd name="T69" fmla="*/ 149 h 198"/>
                  <a:gd name="T70" fmla="*/ 158 w 384"/>
                  <a:gd name="T71" fmla="*/ 77 h 198"/>
                  <a:gd name="T72" fmla="*/ 114 w 384"/>
                  <a:gd name="T73" fmla="*/ 40 h 198"/>
                  <a:gd name="T74" fmla="*/ 138 w 384"/>
                  <a:gd name="T75" fmla="*/ 6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4" h="198">
                    <a:moveTo>
                      <a:pt x="90" y="169"/>
                    </a:moveTo>
                    <a:cubicBezTo>
                      <a:pt x="94" y="168"/>
                      <a:pt x="96" y="167"/>
                      <a:pt x="98" y="166"/>
                    </a:cubicBezTo>
                    <a:cubicBezTo>
                      <a:pt x="100" y="164"/>
                      <a:pt x="101" y="162"/>
                      <a:pt x="100" y="159"/>
                    </a:cubicBezTo>
                    <a:cubicBezTo>
                      <a:pt x="98" y="156"/>
                      <a:pt x="96" y="155"/>
                      <a:pt x="93" y="156"/>
                    </a:cubicBezTo>
                    <a:cubicBezTo>
                      <a:pt x="71" y="167"/>
                      <a:pt x="52" y="162"/>
                      <a:pt x="34" y="147"/>
                    </a:cubicBezTo>
                    <a:cubicBezTo>
                      <a:pt x="20" y="136"/>
                      <a:pt x="9" y="122"/>
                      <a:pt x="5" y="104"/>
                    </a:cubicBezTo>
                    <a:cubicBezTo>
                      <a:pt x="0" y="86"/>
                      <a:pt x="13" y="60"/>
                      <a:pt x="39" y="66"/>
                    </a:cubicBezTo>
                    <a:cubicBezTo>
                      <a:pt x="56" y="69"/>
                      <a:pt x="68" y="79"/>
                      <a:pt x="78" y="91"/>
                    </a:cubicBezTo>
                    <a:cubicBezTo>
                      <a:pt x="83" y="96"/>
                      <a:pt x="87" y="102"/>
                      <a:pt x="91" y="108"/>
                    </a:cubicBezTo>
                    <a:cubicBezTo>
                      <a:pt x="93" y="110"/>
                      <a:pt x="95" y="113"/>
                      <a:pt x="98" y="111"/>
                    </a:cubicBezTo>
                    <a:cubicBezTo>
                      <a:pt x="102" y="108"/>
                      <a:pt x="102" y="106"/>
                      <a:pt x="100" y="102"/>
                    </a:cubicBezTo>
                    <a:cubicBezTo>
                      <a:pt x="88" y="84"/>
                      <a:pt x="74" y="68"/>
                      <a:pt x="53" y="59"/>
                    </a:cubicBezTo>
                    <a:cubicBezTo>
                      <a:pt x="45" y="55"/>
                      <a:pt x="45" y="54"/>
                      <a:pt x="46" y="45"/>
                    </a:cubicBezTo>
                    <a:cubicBezTo>
                      <a:pt x="49" y="27"/>
                      <a:pt x="59" y="15"/>
                      <a:pt x="76" y="9"/>
                    </a:cubicBezTo>
                    <a:cubicBezTo>
                      <a:pt x="99" y="0"/>
                      <a:pt x="121" y="5"/>
                      <a:pt x="142" y="16"/>
                    </a:cubicBezTo>
                    <a:cubicBezTo>
                      <a:pt x="162" y="26"/>
                      <a:pt x="176" y="42"/>
                      <a:pt x="184" y="63"/>
                    </a:cubicBezTo>
                    <a:cubicBezTo>
                      <a:pt x="190" y="77"/>
                      <a:pt x="192" y="92"/>
                      <a:pt x="191" y="108"/>
                    </a:cubicBezTo>
                    <a:cubicBezTo>
                      <a:pt x="191" y="110"/>
                      <a:pt x="191" y="112"/>
                      <a:pt x="192" y="114"/>
                    </a:cubicBezTo>
                    <a:cubicBezTo>
                      <a:pt x="193" y="115"/>
                      <a:pt x="196" y="116"/>
                      <a:pt x="198" y="115"/>
                    </a:cubicBezTo>
                    <a:cubicBezTo>
                      <a:pt x="199" y="114"/>
                      <a:pt x="201" y="112"/>
                      <a:pt x="201" y="110"/>
                    </a:cubicBezTo>
                    <a:cubicBezTo>
                      <a:pt x="201" y="101"/>
                      <a:pt x="202" y="92"/>
                      <a:pt x="200" y="84"/>
                    </a:cubicBezTo>
                    <a:cubicBezTo>
                      <a:pt x="198" y="65"/>
                      <a:pt x="191" y="49"/>
                      <a:pt x="180" y="34"/>
                    </a:cubicBezTo>
                    <a:cubicBezTo>
                      <a:pt x="178" y="32"/>
                      <a:pt x="179" y="30"/>
                      <a:pt x="180" y="28"/>
                    </a:cubicBezTo>
                    <a:cubicBezTo>
                      <a:pt x="191" y="15"/>
                      <a:pt x="204" y="11"/>
                      <a:pt x="220" y="14"/>
                    </a:cubicBezTo>
                    <a:cubicBezTo>
                      <a:pt x="247" y="19"/>
                      <a:pt x="267" y="36"/>
                      <a:pt x="280" y="60"/>
                    </a:cubicBezTo>
                    <a:cubicBezTo>
                      <a:pt x="285" y="67"/>
                      <a:pt x="288" y="76"/>
                      <a:pt x="289" y="85"/>
                    </a:cubicBezTo>
                    <a:cubicBezTo>
                      <a:pt x="290" y="91"/>
                      <a:pt x="290" y="97"/>
                      <a:pt x="286" y="103"/>
                    </a:cubicBezTo>
                    <a:cubicBezTo>
                      <a:pt x="285" y="106"/>
                      <a:pt x="284" y="109"/>
                      <a:pt x="288" y="111"/>
                    </a:cubicBezTo>
                    <a:cubicBezTo>
                      <a:pt x="292" y="113"/>
                      <a:pt x="294" y="111"/>
                      <a:pt x="296" y="108"/>
                    </a:cubicBezTo>
                    <a:cubicBezTo>
                      <a:pt x="301" y="98"/>
                      <a:pt x="301" y="87"/>
                      <a:pt x="299" y="77"/>
                    </a:cubicBezTo>
                    <a:cubicBezTo>
                      <a:pt x="295" y="62"/>
                      <a:pt x="287" y="50"/>
                      <a:pt x="278" y="38"/>
                    </a:cubicBezTo>
                    <a:cubicBezTo>
                      <a:pt x="276" y="36"/>
                      <a:pt x="276" y="34"/>
                      <a:pt x="278" y="32"/>
                    </a:cubicBezTo>
                    <a:cubicBezTo>
                      <a:pt x="296" y="12"/>
                      <a:pt x="332" y="4"/>
                      <a:pt x="355" y="20"/>
                    </a:cubicBezTo>
                    <a:cubicBezTo>
                      <a:pt x="367" y="28"/>
                      <a:pt x="374" y="39"/>
                      <a:pt x="371" y="54"/>
                    </a:cubicBezTo>
                    <a:cubicBezTo>
                      <a:pt x="368" y="71"/>
                      <a:pt x="372" y="87"/>
                      <a:pt x="380" y="102"/>
                    </a:cubicBezTo>
                    <a:cubicBezTo>
                      <a:pt x="384" y="111"/>
                      <a:pt x="381" y="123"/>
                      <a:pt x="375" y="128"/>
                    </a:cubicBezTo>
                    <a:cubicBezTo>
                      <a:pt x="368" y="133"/>
                      <a:pt x="358" y="134"/>
                      <a:pt x="350" y="130"/>
                    </a:cubicBezTo>
                    <a:cubicBezTo>
                      <a:pt x="349" y="128"/>
                      <a:pt x="347" y="127"/>
                      <a:pt x="346" y="125"/>
                    </a:cubicBezTo>
                    <a:cubicBezTo>
                      <a:pt x="345" y="122"/>
                      <a:pt x="344" y="118"/>
                      <a:pt x="340" y="119"/>
                    </a:cubicBezTo>
                    <a:cubicBezTo>
                      <a:pt x="337" y="120"/>
                      <a:pt x="336" y="123"/>
                      <a:pt x="333" y="126"/>
                    </a:cubicBezTo>
                    <a:cubicBezTo>
                      <a:pt x="330" y="125"/>
                      <a:pt x="326" y="124"/>
                      <a:pt x="321" y="123"/>
                    </a:cubicBezTo>
                    <a:cubicBezTo>
                      <a:pt x="321" y="122"/>
                      <a:pt x="322" y="121"/>
                      <a:pt x="322" y="121"/>
                    </a:cubicBezTo>
                    <a:cubicBezTo>
                      <a:pt x="345" y="100"/>
                      <a:pt x="349" y="68"/>
                      <a:pt x="332" y="43"/>
                    </a:cubicBezTo>
                    <a:cubicBezTo>
                      <a:pt x="331" y="43"/>
                      <a:pt x="331" y="42"/>
                      <a:pt x="330" y="41"/>
                    </a:cubicBezTo>
                    <a:cubicBezTo>
                      <a:pt x="328" y="39"/>
                      <a:pt x="326" y="37"/>
                      <a:pt x="322" y="40"/>
                    </a:cubicBezTo>
                    <a:cubicBezTo>
                      <a:pt x="319" y="42"/>
                      <a:pt x="320" y="45"/>
                      <a:pt x="322" y="48"/>
                    </a:cubicBezTo>
                    <a:cubicBezTo>
                      <a:pt x="325" y="53"/>
                      <a:pt x="328" y="58"/>
                      <a:pt x="330" y="63"/>
                    </a:cubicBezTo>
                    <a:cubicBezTo>
                      <a:pt x="337" y="84"/>
                      <a:pt x="327" y="108"/>
                      <a:pt x="308" y="118"/>
                    </a:cubicBezTo>
                    <a:cubicBezTo>
                      <a:pt x="303" y="121"/>
                      <a:pt x="297" y="121"/>
                      <a:pt x="291" y="123"/>
                    </a:cubicBezTo>
                    <a:cubicBezTo>
                      <a:pt x="282" y="126"/>
                      <a:pt x="273" y="129"/>
                      <a:pt x="265" y="131"/>
                    </a:cubicBezTo>
                    <a:cubicBezTo>
                      <a:pt x="264" y="126"/>
                      <a:pt x="264" y="119"/>
                      <a:pt x="263" y="113"/>
                    </a:cubicBezTo>
                    <a:cubicBezTo>
                      <a:pt x="262" y="97"/>
                      <a:pt x="255" y="83"/>
                      <a:pt x="247" y="69"/>
                    </a:cubicBezTo>
                    <a:cubicBezTo>
                      <a:pt x="246" y="68"/>
                      <a:pt x="245" y="66"/>
                      <a:pt x="244" y="64"/>
                    </a:cubicBezTo>
                    <a:cubicBezTo>
                      <a:pt x="242" y="61"/>
                      <a:pt x="240" y="59"/>
                      <a:pt x="236" y="62"/>
                    </a:cubicBezTo>
                    <a:cubicBezTo>
                      <a:pt x="233" y="64"/>
                      <a:pt x="233" y="67"/>
                      <a:pt x="235" y="70"/>
                    </a:cubicBezTo>
                    <a:cubicBezTo>
                      <a:pt x="239" y="78"/>
                      <a:pt x="244" y="85"/>
                      <a:pt x="247" y="93"/>
                    </a:cubicBezTo>
                    <a:cubicBezTo>
                      <a:pt x="253" y="108"/>
                      <a:pt x="257" y="123"/>
                      <a:pt x="252" y="139"/>
                    </a:cubicBezTo>
                    <a:cubicBezTo>
                      <a:pt x="248" y="150"/>
                      <a:pt x="241" y="160"/>
                      <a:pt x="231" y="167"/>
                    </a:cubicBezTo>
                    <a:cubicBezTo>
                      <a:pt x="212" y="182"/>
                      <a:pt x="190" y="192"/>
                      <a:pt x="167" y="195"/>
                    </a:cubicBezTo>
                    <a:cubicBezTo>
                      <a:pt x="146" y="198"/>
                      <a:pt x="125" y="197"/>
                      <a:pt x="107" y="184"/>
                    </a:cubicBezTo>
                    <a:cubicBezTo>
                      <a:pt x="101" y="180"/>
                      <a:pt x="96" y="175"/>
                      <a:pt x="90" y="169"/>
                    </a:cubicBezTo>
                    <a:close/>
                    <a:moveTo>
                      <a:pt x="157" y="107"/>
                    </a:moveTo>
                    <a:cubicBezTo>
                      <a:pt x="156" y="121"/>
                      <a:pt x="152" y="130"/>
                      <a:pt x="142" y="136"/>
                    </a:cubicBezTo>
                    <a:cubicBezTo>
                      <a:pt x="124" y="147"/>
                      <a:pt x="89" y="141"/>
                      <a:pt x="75" y="123"/>
                    </a:cubicBezTo>
                    <a:cubicBezTo>
                      <a:pt x="69" y="114"/>
                      <a:pt x="61" y="105"/>
                      <a:pt x="51" y="99"/>
                    </a:cubicBezTo>
                    <a:cubicBezTo>
                      <a:pt x="47" y="98"/>
                      <a:pt x="45" y="98"/>
                      <a:pt x="43" y="101"/>
                    </a:cubicBezTo>
                    <a:cubicBezTo>
                      <a:pt x="41" y="105"/>
                      <a:pt x="43" y="107"/>
                      <a:pt x="46" y="109"/>
                    </a:cubicBezTo>
                    <a:cubicBezTo>
                      <a:pt x="51" y="113"/>
                      <a:pt x="57" y="118"/>
                      <a:pt x="62" y="123"/>
                    </a:cubicBezTo>
                    <a:cubicBezTo>
                      <a:pt x="68" y="129"/>
                      <a:pt x="74" y="136"/>
                      <a:pt x="81" y="141"/>
                    </a:cubicBezTo>
                    <a:cubicBezTo>
                      <a:pt x="98" y="152"/>
                      <a:pt x="117" y="155"/>
                      <a:pt x="136" y="149"/>
                    </a:cubicBezTo>
                    <a:cubicBezTo>
                      <a:pt x="148" y="146"/>
                      <a:pt x="157" y="140"/>
                      <a:pt x="162" y="129"/>
                    </a:cubicBezTo>
                    <a:cubicBezTo>
                      <a:pt x="171" y="111"/>
                      <a:pt x="168" y="94"/>
                      <a:pt x="158" y="77"/>
                    </a:cubicBezTo>
                    <a:cubicBezTo>
                      <a:pt x="149" y="63"/>
                      <a:pt x="135" y="52"/>
                      <a:pt x="122" y="41"/>
                    </a:cubicBezTo>
                    <a:cubicBezTo>
                      <a:pt x="119" y="38"/>
                      <a:pt x="116" y="37"/>
                      <a:pt x="114" y="40"/>
                    </a:cubicBezTo>
                    <a:cubicBezTo>
                      <a:pt x="112" y="44"/>
                      <a:pt x="113" y="46"/>
                      <a:pt x="116" y="49"/>
                    </a:cubicBezTo>
                    <a:cubicBezTo>
                      <a:pt x="123" y="56"/>
                      <a:pt x="131" y="62"/>
                      <a:pt x="138" y="69"/>
                    </a:cubicBezTo>
                    <a:cubicBezTo>
                      <a:pt x="149" y="80"/>
                      <a:pt x="157" y="92"/>
                      <a:pt x="157" y="107"/>
                    </a:cubicBezTo>
                    <a:close/>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US" sz="1350" kern="1200">
                  <a:solidFill>
                    <a:srgbClr val="282F39"/>
                  </a:solidFill>
                  <a:latin typeface="Calibri" panose="020F0502020204030204"/>
                  <a:ea typeface="+mn-ea"/>
                  <a:cs typeface="+mn-cs"/>
                </a:endParaRPr>
              </a:p>
            </p:txBody>
          </p:sp>
          <p:sp>
            <p:nvSpPr>
              <p:cNvPr id="15" name="Freeform 11">
                <a:extLst>
                  <a:ext uri="{FF2B5EF4-FFF2-40B4-BE49-F238E27FC236}">
                    <a16:creationId xmlns:a16="http://schemas.microsoft.com/office/drawing/2014/main" id="{8A6F8054-3C98-3C15-847C-566278953DA4}"/>
                  </a:ext>
                </a:extLst>
              </p:cNvPr>
              <p:cNvSpPr>
                <a:spLocks/>
              </p:cNvSpPr>
              <p:nvPr/>
            </p:nvSpPr>
            <p:spPr bwMode="auto">
              <a:xfrm>
                <a:off x="750866" y="-1949931"/>
                <a:ext cx="2627554" cy="901795"/>
              </a:xfrm>
              <a:custGeom>
                <a:avLst/>
                <a:gdLst>
                  <a:gd name="T0" fmla="*/ 264 w 487"/>
                  <a:gd name="T1" fmla="*/ 87 h 167"/>
                  <a:gd name="T2" fmla="*/ 258 w 487"/>
                  <a:gd name="T3" fmla="*/ 102 h 167"/>
                  <a:gd name="T4" fmla="*/ 279 w 487"/>
                  <a:gd name="T5" fmla="*/ 78 h 167"/>
                  <a:gd name="T6" fmla="*/ 326 w 487"/>
                  <a:gd name="T7" fmla="*/ 15 h 167"/>
                  <a:gd name="T8" fmla="*/ 403 w 487"/>
                  <a:gd name="T9" fmla="*/ 47 h 167"/>
                  <a:gd name="T10" fmla="*/ 420 w 487"/>
                  <a:gd name="T11" fmla="*/ 112 h 167"/>
                  <a:gd name="T12" fmla="*/ 443 w 487"/>
                  <a:gd name="T13" fmla="*/ 110 h 167"/>
                  <a:gd name="T14" fmla="*/ 423 w 487"/>
                  <a:gd name="T15" fmla="*/ 97 h 167"/>
                  <a:gd name="T16" fmla="*/ 406 w 487"/>
                  <a:gd name="T17" fmla="*/ 29 h 167"/>
                  <a:gd name="T18" fmla="*/ 407 w 487"/>
                  <a:gd name="T19" fmla="*/ 23 h 167"/>
                  <a:gd name="T20" fmla="*/ 455 w 487"/>
                  <a:gd name="T21" fmla="*/ 47 h 167"/>
                  <a:gd name="T22" fmla="*/ 469 w 487"/>
                  <a:gd name="T23" fmla="*/ 135 h 167"/>
                  <a:gd name="T24" fmla="*/ 373 w 487"/>
                  <a:gd name="T25" fmla="*/ 114 h 167"/>
                  <a:gd name="T26" fmla="*/ 372 w 487"/>
                  <a:gd name="T27" fmla="*/ 93 h 167"/>
                  <a:gd name="T28" fmla="*/ 402 w 487"/>
                  <a:gd name="T29" fmla="*/ 106 h 167"/>
                  <a:gd name="T30" fmla="*/ 368 w 487"/>
                  <a:gd name="T31" fmla="*/ 83 h 167"/>
                  <a:gd name="T32" fmla="*/ 296 w 487"/>
                  <a:gd name="T33" fmla="*/ 143 h 167"/>
                  <a:gd name="T34" fmla="*/ 216 w 487"/>
                  <a:gd name="T35" fmla="*/ 129 h 167"/>
                  <a:gd name="T36" fmla="*/ 215 w 487"/>
                  <a:gd name="T37" fmla="*/ 99 h 167"/>
                  <a:gd name="T38" fmla="*/ 202 w 487"/>
                  <a:gd name="T39" fmla="*/ 131 h 167"/>
                  <a:gd name="T40" fmla="*/ 138 w 487"/>
                  <a:gd name="T41" fmla="*/ 107 h 167"/>
                  <a:gd name="T42" fmla="*/ 125 w 487"/>
                  <a:gd name="T43" fmla="*/ 94 h 167"/>
                  <a:gd name="T44" fmla="*/ 128 w 487"/>
                  <a:gd name="T45" fmla="*/ 110 h 167"/>
                  <a:gd name="T46" fmla="*/ 86 w 487"/>
                  <a:gd name="T47" fmla="*/ 152 h 167"/>
                  <a:gd name="T48" fmla="*/ 1 w 487"/>
                  <a:gd name="T49" fmla="*/ 65 h 167"/>
                  <a:gd name="T50" fmla="*/ 41 w 487"/>
                  <a:gd name="T51" fmla="*/ 0 h 167"/>
                  <a:gd name="T52" fmla="*/ 65 w 487"/>
                  <a:gd name="T53" fmla="*/ 61 h 167"/>
                  <a:gd name="T54" fmla="*/ 57 w 487"/>
                  <a:gd name="T55" fmla="*/ 116 h 167"/>
                  <a:gd name="T56" fmla="*/ 68 w 487"/>
                  <a:gd name="T57" fmla="*/ 114 h 167"/>
                  <a:gd name="T58" fmla="*/ 89 w 487"/>
                  <a:gd name="T59" fmla="*/ 52 h 167"/>
                  <a:gd name="T60" fmla="*/ 119 w 487"/>
                  <a:gd name="T61" fmla="*/ 52 h 167"/>
                  <a:gd name="T62" fmla="*/ 203 w 487"/>
                  <a:gd name="T63" fmla="*/ 87 h 167"/>
                  <a:gd name="T64" fmla="*/ 274 w 487"/>
                  <a:gd name="T65" fmla="*/ 6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7" h="167">
                    <a:moveTo>
                      <a:pt x="274" y="60"/>
                    </a:moveTo>
                    <a:cubicBezTo>
                      <a:pt x="270" y="70"/>
                      <a:pt x="268" y="79"/>
                      <a:pt x="264" y="87"/>
                    </a:cubicBezTo>
                    <a:cubicBezTo>
                      <a:pt x="263" y="90"/>
                      <a:pt x="261" y="92"/>
                      <a:pt x="259" y="94"/>
                    </a:cubicBezTo>
                    <a:cubicBezTo>
                      <a:pt x="257" y="96"/>
                      <a:pt x="256" y="99"/>
                      <a:pt x="258" y="102"/>
                    </a:cubicBezTo>
                    <a:cubicBezTo>
                      <a:pt x="261" y="105"/>
                      <a:pt x="264" y="103"/>
                      <a:pt x="267" y="101"/>
                    </a:cubicBezTo>
                    <a:cubicBezTo>
                      <a:pt x="274" y="95"/>
                      <a:pt x="277" y="86"/>
                      <a:pt x="279" y="78"/>
                    </a:cubicBezTo>
                    <a:cubicBezTo>
                      <a:pt x="284" y="62"/>
                      <a:pt x="289" y="47"/>
                      <a:pt x="299" y="34"/>
                    </a:cubicBezTo>
                    <a:cubicBezTo>
                      <a:pt x="306" y="25"/>
                      <a:pt x="315" y="19"/>
                      <a:pt x="326" y="15"/>
                    </a:cubicBezTo>
                    <a:cubicBezTo>
                      <a:pt x="343" y="10"/>
                      <a:pt x="360" y="11"/>
                      <a:pt x="376" y="18"/>
                    </a:cubicBezTo>
                    <a:cubicBezTo>
                      <a:pt x="390" y="23"/>
                      <a:pt x="398" y="33"/>
                      <a:pt x="403" y="47"/>
                    </a:cubicBezTo>
                    <a:cubicBezTo>
                      <a:pt x="408" y="60"/>
                      <a:pt x="408" y="74"/>
                      <a:pt x="410" y="88"/>
                    </a:cubicBezTo>
                    <a:cubicBezTo>
                      <a:pt x="411" y="97"/>
                      <a:pt x="413" y="105"/>
                      <a:pt x="420" y="112"/>
                    </a:cubicBezTo>
                    <a:cubicBezTo>
                      <a:pt x="425" y="117"/>
                      <a:pt x="434" y="119"/>
                      <a:pt x="440" y="116"/>
                    </a:cubicBezTo>
                    <a:cubicBezTo>
                      <a:pt x="442" y="115"/>
                      <a:pt x="443" y="112"/>
                      <a:pt x="443" y="110"/>
                    </a:cubicBezTo>
                    <a:cubicBezTo>
                      <a:pt x="443" y="108"/>
                      <a:pt x="439" y="106"/>
                      <a:pt x="437" y="106"/>
                    </a:cubicBezTo>
                    <a:cubicBezTo>
                      <a:pt x="429" y="107"/>
                      <a:pt x="425" y="105"/>
                      <a:pt x="423" y="97"/>
                    </a:cubicBezTo>
                    <a:cubicBezTo>
                      <a:pt x="421" y="90"/>
                      <a:pt x="420" y="82"/>
                      <a:pt x="419" y="74"/>
                    </a:cubicBezTo>
                    <a:cubicBezTo>
                      <a:pt x="417" y="58"/>
                      <a:pt x="415" y="43"/>
                      <a:pt x="406" y="29"/>
                    </a:cubicBezTo>
                    <a:cubicBezTo>
                      <a:pt x="404" y="27"/>
                      <a:pt x="403" y="25"/>
                      <a:pt x="402" y="23"/>
                    </a:cubicBezTo>
                    <a:cubicBezTo>
                      <a:pt x="404" y="23"/>
                      <a:pt x="406" y="23"/>
                      <a:pt x="407" y="23"/>
                    </a:cubicBezTo>
                    <a:cubicBezTo>
                      <a:pt x="415" y="19"/>
                      <a:pt x="419" y="23"/>
                      <a:pt x="424" y="27"/>
                    </a:cubicBezTo>
                    <a:cubicBezTo>
                      <a:pt x="434" y="35"/>
                      <a:pt x="444" y="41"/>
                      <a:pt x="455" y="47"/>
                    </a:cubicBezTo>
                    <a:cubicBezTo>
                      <a:pt x="468" y="55"/>
                      <a:pt x="479" y="64"/>
                      <a:pt x="482" y="80"/>
                    </a:cubicBezTo>
                    <a:cubicBezTo>
                      <a:pt x="487" y="101"/>
                      <a:pt x="486" y="122"/>
                      <a:pt x="469" y="135"/>
                    </a:cubicBezTo>
                    <a:cubicBezTo>
                      <a:pt x="455" y="146"/>
                      <a:pt x="438" y="151"/>
                      <a:pt x="420" y="149"/>
                    </a:cubicBezTo>
                    <a:cubicBezTo>
                      <a:pt x="398" y="146"/>
                      <a:pt x="382" y="134"/>
                      <a:pt x="373" y="114"/>
                    </a:cubicBezTo>
                    <a:cubicBezTo>
                      <a:pt x="370" y="109"/>
                      <a:pt x="370" y="103"/>
                      <a:pt x="369" y="98"/>
                    </a:cubicBezTo>
                    <a:cubicBezTo>
                      <a:pt x="368" y="95"/>
                      <a:pt x="369" y="94"/>
                      <a:pt x="372" y="93"/>
                    </a:cubicBezTo>
                    <a:cubicBezTo>
                      <a:pt x="383" y="91"/>
                      <a:pt x="389" y="93"/>
                      <a:pt x="394" y="103"/>
                    </a:cubicBezTo>
                    <a:cubicBezTo>
                      <a:pt x="396" y="106"/>
                      <a:pt x="398" y="108"/>
                      <a:pt x="402" y="106"/>
                    </a:cubicBezTo>
                    <a:cubicBezTo>
                      <a:pt x="405" y="104"/>
                      <a:pt x="405" y="102"/>
                      <a:pt x="403" y="98"/>
                    </a:cubicBezTo>
                    <a:cubicBezTo>
                      <a:pt x="397" y="84"/>
                      <a:pt x="383" y="78"/>
                      <a:pt x="368" y="83"/>
                    </a:cubicBezTo>
                    <a:cubicBezTo>
                      <a:pt x="350" y="90"/>
                      <a:pt x="336" y="102"/>
                      <a:pt x="322" y="115"/>
                    </a:cubicBezTo>
                    <a:cubicBezTo>
                      <a:pt x="313" y="124"/>
                      <a:pt x="304" y="133"/>
                      <a:pt x="296" y="143"/>
                    </a:cubicBezTo>
                    <a:cubicBezTo>
                      <a:pt x="273" y="167"/>
                      <a:pt x="234" y="163"/>
                      <a:pt x="216" y="135"/>
                    </a:cubicBezTo>
                    <a:cubicBezTo>
                      <a:pt x="215" y="134"/>
                      <a:pt x="215" y="131"/>
                      <a:pt x="216" y="129"/>
                    </a:cubicBezTo>
                    <a:cubicBezTo>
                      <a:pt x="220" y="122"/>
                      <a:pt x="221" y="114"/>
                      <a:pt x="221" y="106"/>
                    </a:cubicBezTo>
                    <a:cubicBezTo>
                      <a:pt x="220" y="102"/>
                      <a:pt x="219" y="99"/>
                      <a:pt x="215" y="99"/>
                    </a:cubicBezTo>
                    <a:cubicBezTo>
                      <a:pt x="211" y="99"/>
                      <a:pt x="210" y="102"/>
                      <a:pt x="210" y="106"/>
                    </a:cubicBezTo>
                    <a:cubicBezTo>
                      <a:pt x="210" y="115"/>
                      <a:pt x="209" y="124"/>
                      <a:pt x="202" y="131"/>
                    </a:cubicBezTo>
                    <a:cubicBezTo>
                      <a:pt x="188" y="143"/>
                      <a:pt x="162" y="147"/>
                      <a:pt x="147" y="125"/>
                    </a:cubicBezTo>
                    <a:cubicBezTo>
                      <a:pt x="143" y="119"/>
                      <a:pt x="141" y="113"/>
                      <a:pt x="138" y="107"/>
                    </a:cubicBezTo>
                    <a:cubicBezTo>
                      <a:pt x="136" y="103"/>
                      <a:pt x="134" y="99"/>
                      <a:pt x="132" y="95"/>
                    </a:cubicBezTo>
                    <a:cubicBezTo>
                      <a:pt x="131" y="93"/>
                      <a:pt x="128" y="92"/>
                      <a:pt x="125" y="94"/>
                    </a:cubicBezTo>
                    <a:cubicBezTo>
                      <a:pt x="122" y="96"/>
                      <a:pt x="122" y="99"/>
                      <a:pt x="124" y="101"/>
                    </a:cubicBezTo>
                    <a:cubicBezTo>
                      <a:pt x="125" y="104"/>
                      <a:pt x="126" y="107"/>
                      <a:pt x="128" y="110"/>
                    </a:cubicBezTo>
                    <a:cubicBezTo>
                      <a:pt x="130" y="114"/>
                      <a:pt x="130" y="117"/>
                      <a:pt x="126" y="120"/>
                    </a:cubicBezTo>
                    <a:cubicBezTo>
                      <a:pt x="115" y="133"/>
                      <a:pt x="102" y="145"/>
                      <a:pt x="86" y="152"/>
                    </a:cubicBezTo>
                    <a:cubicBezTo>
                      <a:pt x="67" y="160"/>
                      <a:pt x="48" y="158"/>
                      <a:pt x="33" y="142"/>
                    </a:cubicBezTo>
                    <a:cubicBezTo>
                      <a:pt x="12" y="121"/>
                      <a:pt x="0" y="95"/>
                      <a:pt x="1" y="65"/>
                    </a:cubicBezTo>
                    <a:cubicBezTo>
                      <a:pt x="2" y="39"/>
                      <a:pt x="15" y="19"/>
                      <a:pt x="35" y="4"/>
                    </a:cubicBezTo>
                    <a:cubicBezTo>
                      <a:pt x="37" y="2"/>
                      <a:pt x="38" y="1"/>
                      <a:pt x="41" y="0"/>
                    </a:cubicBezTo>
                    <a:cubicBezTo>
                      <a:pt x="50" y="18"/>
                      <a:pt x="63" y="33"/>
                      <a:pt x="80" y="43"/>
                    </a:cubicBezTo>
                    <a:cubicBezTo>
                      <a:pt x="75" y="49"/>
                      <a:pt x="69" y="55"/>
                      <a:pt x="65" y="61"/>
                    </a:cubicBezTo>
                    <a:cubicBezTo>
                      <a:pt x="56" y="76"/>
                      <a:pt x="54" y="92"/>
                      <a:pt x="56" y="108"/>
                    </a:cubicBezTo>
                    <a:cubicBezTo>
                      <a:pt x="57" y="111"/>
                      <a:pt x="57" y="113"/>
                      <a:pt x="57" y="116"/>
                    </a:cubicBezTo>
                    <a:cubicBezTo>
                      <a:pt x="58" y="119"/>
                      <a:pt x="60" y="122"/>
                      <a:pt x="63" y="121"/>
                    </a:cubicBezTo>
                    <a:cubicBezTo>
                      <a:pt x="67" y="121"/>
                      <a:pt x="69" y="118"/>
                      <a:pt x="68" y="114"/>
                    </a:cubicBezTo>
                    <a:cubicBezTo>
                      <a:pt x="65" y="102"/>
                      <a:pt x="65" y="90"/>
                      <a:pt x="69" y="79"/>
                    </a:cubicBezTo>
                    <a:cubicBezTo>
                      <a:pt x="72" y="67"/>
                      <a:pt x="77" y="56"/>
                      <a:pt x="89" y="52"/>
                    </a:cubicBezTo>
                    <a:cubicBezTo>
                      <a:pt x="94" y="51"/>
                      <a:pt x="99" y="52"/>
                      <a:pt x="104" y="52"/>
                    </a:cubicBezTo>
                    <a:cubicBezTo>
                      <a:pt x="109" y="52"/>
                      <a:pt x="114" y="52"/>
                      <a:pt x="119" y="52"/>
                    </a:cubicBezTo>
                    <a:cubicBezTo>
                      <a:pt x="121" y="52"/>
                      <a:pt x="123" y="53"/>
                      <a:pt x="124" y="54"/>
                    </a:cubicBezTo>
                    <a:cubicBezTo>
                      <a:pt x="143" y="81"/>
                      <a:pt x="171" y="90"/>
                      <a:pt x="203" y="87"/>
                    </a:cubicBezTo>
                    <a:cubicBezTo>
                      <a:pt x="228" y="84"/>
                      <a:pt x="250" y="76"/>
                      <a:pt x="270" y="62"/>
                    </a:cubicBezTo>
                    <a:cubicBezTo>
                      <a:pt x="271" y="61"/>
                      <a:pt x="272" y="61"/>
                      <a:pt x="274" y="60"/>
                    </a:cubicBezTo>
                    <a:close/>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US" sz="1350" kern="1200">
                  <a:solidFill>
                    <a:srgbClr val="282F39"/>
                  </a:solidFill>
                  <a:latin typeface="Calibri" panose="020F0502020204030204"/>
                  <a:ea typeface="+mn-ea"/>
                  <a:cs typeface="+mn-cs"/>
                </a:endParaRPr>
              </a:p>
            </p:txBody>
          </p:sp>
          <p:sp>
            <p:nvSpPr>
              <p:cNvPr id="16" name="Freeform 12">
                <a:extLst>
                  <a:ext uri="{FF2B5EF4-FFF2-40B4-BE49-F238E27FC236}">
                    <a16:creationId xmlns:a16="http://schemas.microsoft.com/office/drawing/2014/main" id="{1DCE8CAD-A61A-1CC4-2BE8-A00AD87B0072}"/>
                  </a:ext>
                </a:extLst>
              </p:cNvPr>
              <p:cNvSpPr>
                <a:spLocks/>
              </p:cNvSpPr>
              <p:nvPr/>
            </p:nvSpPr>
            <p:spPr bwMode="auto">
              <a:xfrm>
                <a:off x="1376219" y="-3367038"/>
                <a:ext cx="2179339" cy="1068198"/>
              </a:xfrm>
              <a:custGeom>
                <a:avLst/>
                <a:gdLst>
                  <a:gd name="T0" fmla="*/ 97 w 404"/>
                  <a:gd name="T1" fmla="*/ 165 h 198"/>
                  <a:gd name="T2" fmla="*/ 69 w 404"/>
                  <a:gd name="T3" fmla="*/ 147 h 198"/>
                  <a:gd name="T4" fmla="*/ 58 w 404"/>
                  <a:gd name="T5" fmla="*/ 89 h 198"/>
                  <a:gd name="T6" fmla="*/ 48 w 404"/>
                  <a:gd name="T7" fmla="*/ 87 h 198"/>
                  <a:gd name="T8" fmla="*/ 54 w 404"/>
                  <a:gd name="T9" fmla="*/ 141 h 198"/>
                  <a:gd name="T10" fmla="*/ 15 w 404"/>
                  <a:gd name="T11" fmla="*/ 138 h 198"/>
                  <a:gd name="T12" fmla="*/ 2 w 404"/>
                  <a:gd name="T13" fmla="*/ 84 h 198"/>
                  <a:gd name="T14" fmla="*/ 88 w 404"/>
                  <a:gd name="T15" fmla="*/ 46 h 198"/>
                  <a:gd name="T16" fmla="*/ 108 w 404"/>
                  <a:gd name="T17" fmla="*/ 83 h 198"/>
                  <a:gd name="T18" fmla="*/ 117 w 404"/>
                  <a:gd name="T19" fmla="*/ 82 h 198"/>
                  <a:gd name="T20" fmla="*/ 163 w 404"/>
                  <a:gd name="T21" fmla="*/ 39 h 198"/>
                  <a:gd name="T22" fmla="*/ 180 w 404"/>
                  <a:gd name="T23" fmla="*/ 81 h 198"/>
                  <a:gd name="T24" fmla="*/ 179 w 404"/>
                  <a:gd name="T25" fmla="*/ 95 h 198"/>
                  <a:gd name="T26" fmla="*/ 191 w 404"/>
                  <a:gd name="T27" fmla="*/ 80 h 198"/>
                  <a:gd name="T28" fmla="*/ 120 w 404"/>
                  <a:gd name="T29" fmla="*/ 44 h 198"/>
                  <a:gd name="T30" fmla="*/ 94 w 404"/>
                  <a:gd name="T31" fmla="*/ 36 h 198"/>
                  <a:gd name="T32" fmla="*/ 209 w 404"/>
                  <a:gd name="T33" fmla="*/ 5 h 198"/>
                  <a:gd name="T34" fmla="*/ 285 w 404"/>
                  <a:gd name="T35" fmla="*/ 60 h 198"/>
                  <a:gd name="T36" fmla="*/ 230 w 404"/>
                  <a:gd name="T37" fmla="*/ 128 h 198"/>
                  <a:gd name="T38" fmla="*/ 241 w 404"/>
                  <a:gd name="T39" fmla="*/ 128 h 198"/>
                  <a:gd name="T40" fmla="*/ 269 w 404"/>
                  <a:gd name="T41" fmla="*/ 77 h 198"/>
                  <a:gd name="T42" fmla="*/ 332 w 404"/>
                  <a:gd name="T43" fmla="*/ 109 h 198"/>
                  <a:gd name="T44" fmla="*/ 317 w 404"/>
                  <a:gd name="T45" fmla="*/ 139 h 198"/>
                  <a:gd name="T46" fmla="*/ 354 w 404"/>
                  <a:gd name="T47" fmla="*/ 127 h 198"/>
                  <a:gd name="T48" fmla="*/ 403 w 404"/>
                  <a:gd name="T49" fmla="*/ 159 h 198"/>
                  <a:gd name="T50" fmla="*/ 308 w 404"/>
                  <a:gd name="T51" fmla="*/ 198 h 198"/>
                  <a:gd name="T52" fmla="*/ 282 w 404"/>
                  <a:gd name="T53" fmla="*/ 152 h 198"/>
                  <a:gd name="T54" fmla="*/ 274 w 404"/>
                  <a:gd name="T55" fmla="*/ 141 h 198"/>
                  <a:gd name="T56" fmla="*/ 292 w 404"/>
                  <a:gd name="T57" fmla="*/ 115 h 198"/>
                  <a:gd name="T58" fmla="*/ 284 w 404"/>
                  <a:gd name="T59" fmla="*/ 109 h 198"/>
                  <a:gd name="T60" fmla="*/ 264 w 404"/>
                  <a:gd name="T61" fmla="*/ 141 h 198"/>
                  <a:gd name="T62" fmla="*/ 196 w 404"/>
                  <a:gd name="T63" fmla="*/ 168 h 198"/>
                  <a:gd name="T64" fmla="*/ 168 w 404"/>
                  <a:gd name="T65" fmla="*/ 153 h 198"/>
                  <a:gd name="T66" fmla="*/ 153 w 404"/>
                  <a:gd name="T67" fmla="*/ 106 h 198"/>
                  <a:gd name="T68" fmla="*/ 145 w 404"/>
                  <a:gd name="T69" fmla="*/ 78 h 198"/>
                  <a:gd name="T70" fmla="*/ 142 w 404"/>
                  <a:gd name="T71" fmla="*/ 104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04" h="198">
                    <a:moveTo>
                      <a:pt x="145" y="146"/>
                    </a:moveTo>
                    <a:cubicBezTo>
                      <a:pt x="124" y="144"/>
                      <a:pt x="108" y="150"/>
                      <a:pt x="97" y="165"/>
                    </a:cubicBezTo>
                    <a:cubicBezTo>
                      <a:pt x="88" y="160"/>
                      <a:pt x="79" y="154"/>
                      <a:pt x="71" y="148"/>
                    </a:cubicBezTo>
                    <a:cubicBezTo>
                      <a:pt x="70" y="148"/>
                      <a:pt x="69" y="147"/>
                      <a:pt x="69" y="147"/>
                    </a:cubicBezTo>
                    <a:cubicBezTo>
                      <a:pt x="60" y="130"/>
                      <a:pt x="53" y="113"/>
                      <a:pt x="58" y="93"/>
                    </a:cubicBezTo>
                    <a:cubicBezTo>
                      <a:pt x="58" y="92"/>
                      <a:pt x="58" y="90"/>
                      <a:pt x="58" y="89"/>
                    </a:cubicBezTo>
                    <a:cubicBezTo>
                      <a:pt x="59" y="85"/>
                      <a:pt x="57" y="83"/>
                      <a:pt x="54" y="82"/>
                    </a:cubicBezTo>
                    <a:cubicBezTo>
                      <a:pt x="51" y="82"/>
                      <a:pt x="48" y="84"/>
                      <a:pt x="48" y="87"/>
                    </a:cubicBezTo>
                    <a:cubicBezTo>
                      <a:pt x="45" y="105"/>
                      <a:pt x="45" y="122"/>
                      <a:pt x="53" y="139"/>
                    </a:cubicBezTo>
                    <a:cubicBezTo>
                      <a:pt x="54" y="139"/>
                      <a:pt x="54" y="140"/>
                      <a:pt x="54" y="141"/>
                    </a:cubicBezTo>
                    <a:cubicBezTo>
                      <a:pt x="51" y="141"/>
                      <a:pt x="49" y="141"/>
                      <a:pt x="46" y="140"/>
                    </a:cubicBezTo>
                    <a:cubicBezTo>
                      <a:pt x="36" y="137"/>
                      <a:pt x="25" y="137"/>
                      <a:pt x="15" y="138"/>
                    </a:cubicBezTo>
                    <a:cubicBezTo>
                      <a:pt x="12" y="138"/>
                      <a:pt x="11" y="137"/>
                      <a:pt x="10" y="134"/>
                    </a:cubicBezTo>
                    <a:cubicBezTo>
                      <a:pt x="4" y="118"/>
                      <a:pt x="0" y="102"/>
                      <a:pt x="2" y="84"/>
                    </a:cubicBezTo>
                    <a:cubicBezTo>
                      <a:pt x="4" y="59"/>
                      <a:pt x="22" y="38"/>
                      <a:pt x="45" y="31"/>
                    </a:cubicBezTo>
                    <a:cubicBezTo>
                      <a:pt x="62" y="27"/>
                      <a:pt x="77" y="33"/>
                      <a:pt x="88" y="46"/>
                    </a:cubicBezTo>
                    <a:cubicBezTo>
                      <a:pt x="97" y="55"/>
                      <a:pt x="103" y="65"/>
                      <a:pt x="106" y="77"/>
                    </a:cubicBezTo>
                    <a:cubicBezTo>
                      <a:pt x="106" y="79"/>
                      <a:pt x="107" y="82"/>
                      <a:pt x="108" y="83"/>
                    </a:cubicBezTo>
                    <a:cubicBezTo>
                      <a:pt x="109" y="85"/>
                      <a:pt x="111" y="87"/>
                      <a:pt x="113" y="87"/>
                    </a:cubicBezTo>
                    <a:cubicBezTo>
                      <a:pt x="114" y="86"/>
                      <a:pt x="117" y="84"/>
                      <a:pt x="117" y="82"/>
                    </a:cubicBezTo>
                    <a:cubicBezTo>
                      <a:pt x="119" y="75"/>
                      <a:pt x="120" y="67"/>
                      <a:pt x="123" y="60"/>
                    </a:cubicBezTo>
                    <a:cubicBezTo>
                      <a:pt x="130" y="41"/>
                      <a:pt x="144" y="33"/>
                      <a:pt x="163" y="39"/>
                    </a:cubicBezTo>
                    <a:cubicBezTo>
                      <a:pt x="170" y="41"/>
                      <a:pt x="174" y="47"/>
                      <a:pt x="177" y="53"/>
                    </a:cubicBezTo>
                    <a:cubicBezTo>
                      <a:pt x="181" y="62"/>
                      <a:pt x="183" y="71"/>
                      <a:pt x="180" y="81"/>
                    </a:cubicBezTo>
                    <a:cubicBezTo>
                      <a:pt x="180" y="83"/>
                      <a:pt x="178" y="86"/>
                      <a:pt x="177" y="88"/>
                    </a:cubicBezTo>
                    <a:cubicBezTo>
                      <a:pt x="175" y="91"/>
                      <a:pt x="176" y="93"/>
                      <a:pt x="179" y="95"/>
                    </a:cubicBezTo>
                    <a:cubicBezTo>
                      <a:pt x="182" y="97"/>
                      <a:pt x="184" y="96"/>
                      <a:pt x="186" y="93"/>
                    </a:cubicBezTo>
                    <a:cubicBezTo>
                      <a:pt x="188" y="89"/>
                      <a:pt x="191" y="85"/>
                      <a:pt x="191" y="80"/>
                    </a:cubicBezTo>
                    <a:cubicBezTo>
                      <a:pt x="194" y="62"/>
                      <a:pt x="189" y="46"/>
                      <a:pt x="175" y="34"/>
                    </a:cubicBezTo>
                    <a:cubicBezTo>
                      <a:pt x="161" y="22"/>
                      <a:pt x="132" y="24"/>
                      <a:pt x="120" y="44"/>
                    </a:cubicBezTo>
                    <a:cubicBezTo>
                      <a:pt x="117" y="49"/>
                      <a:pt x="114" y="54"/>
                      <a:pt x="111" y="59"/>
                    </a:cubicBezTo>
                    <a:cubicBezTo>
                      <a:pt x="106" y="52"/>
                      <a:pt x="100" y="44"/>
                      <a:pt x="94" y="36"/>
                    </a:cubicBezTo>
                    <a:cubicBezTo>
                      <a:pt x="103" y="26"/>
                      <a:pt x="114" y="19"/>
                      <a:pt x="127" y="13"/>
                    </a:cubicBezTo>
                    <a:cubicBezTo>
                      <a:pt x="153" y="1"/>
                      <a:pt x="181" y="0"/>
                      <a:pt x="209" y="5"/>
                    </a:cubicBezTo>
                    <a:cubicBezTo>
                      <a:pt x="236" y="10"/>
                      <a:pt x="260" y="22"/>
                      <a:pt x="277" y="46"/>
                    </a:cubicBezTo>
                    <a:cubicBezTo>
                      <a:pt x="280" y="50"/>
                      <a:pt x="282" y="55"/>
                      <a:pt x="285" y="60"/>
                    </a:cubicBezTo>
                    <a:cubicBezTo>
                      <a:pt x="278" y="63"/>
                      <a:pt x="271" y="65"/>
                      <a:pt x="264" y="68"/>
                    </a:cubicBezTo>
                    <a:cubicBezTo>
                      <a:pt x="241" y="81"/>
                      <a:pt x="230" y="101"/>
                      <a:pt x="230" y="128"/>
                    </a:cubicBezTo>
                    <a:cubicBezTo>
                      <a:pt x="230" y="130"/>
                      <a:pt x="233" y="133"/>
                      <a:pt x="235" y="134"/>
                    </a:cubicBezTo>
                    <a:cubicBezTo>
                      <a:pt x="238" y="134"/>
                      <a:pt x="240" y="131"/>
                      <a:pt x="241" y="128"/>
                    </a:cubicBezTo>
                    <a:cubicBezTo>
                      <a:pt x="241" y="123"/>
                      <a:pt x="241" y="117"/>
                      <a:pt x="242" y="112"/>
                    </a:cubicBezTo>
                    <a:cubicBezTo>
                      <a:pt x="245" y="96"/>
                      <a:pt x="255" y="85"/>
                      <a:pt x="269" y="77"/>
                    </a:cubicBezTo>
                    <a:cubicBezTo>
                      <a:pt x="285" y="68"/>
                      <a:pt x="301" y="68"/>
                      <a:pt x="318" y="76"/>
                    </a:cubicBezTo>
                    <a:cubicBezTo>
                      <a:pt x="330" y="83"/>
                      <a:pt x="335" y="96"/>
                      <a:pt x="332" y="109"/>
                    </a:cubicBezTo>
                    <a:cubicBezTo>
                      <a:pt x="329" y="118"/>
                      <a:pt x="325" y="125"/>
                      <a:pt x="318" y="131"/>
                    </a:cubicBezTo>
                    <a:cubicBezTo>
                      <a:pt x="315" y="133"/>
                      <a:pt x="314" y="136"/>
                      <a:pt x="317" y="139"/>
                    </a:cubicBezTo>
                    <a:cubicBezTo>
                      <a:pt x="318" y="140"/>
                      <a:pt x="323" y="140"/>
                      <a:pt x="324" y="139"/>
                    </a:cubicBezTo>
                    <a:cubicBezTo>
                      <a:pt x="333" y="133"/>
                      <a:pt x="343" y="129"/>
                      <a:pt x="354" y="127"/>
                    </a:cubicBezTo>
                    <a:cubicBezTo>
                      <a:pt x="365" y="124"/>
                      <a:pt x="376" y="123"/>
                      <a:pt x="386" y="128"/>
                    </a:cubicBezTo>
                    <a:cubicBezTo>
                      <a:pt x="399" y="134"/>
                      <a:pt x="404" y="146"/>
                      <a:pt x="403" y="159"/>
                    </a:cubicBezTo>
                    <a:cubicBezTo>
                      <a:pt x="402" y="164"/>
                      <a:pt x="400" y="169"/>
                      <a:pt x="399" y="174"/>
                    </a:cubicBezTo>
                    <a:cubicBezTo>
                      <a:pt x="363" y="162"/>
                      <a:pt x="333" y="169"/>
                      <a:pt x="308" y="198"/>
                    </a:cubicBezTo>
                    <a:cubicBezTo>
                      <a:pt x="308" y="194"/>
                      <a:pt x="308" y="190"/>
                      <a:pt x="308" y="186"/>
                    </a:cubicBezTo>
                    <a:cubicBezTo>
                      <a:pt x="306" y="169"/>
                      <a:pt x="296" y="159"/>
                      <a:pt x="282" y="152"/>
                    </a:cubicBezTo>
                    <a:cubicBezTo>
                      <a:pt x="281" y="151"/>
                      <a:pt x="279" y="150"/>
                      <a:pt x="278" y="149"/>
                    </a:cubicBezTo>
                    <a:cubicBezTo>
                      <a:pt x="272" y="147"/>
                      <a:pt x="272" y="147"/>
                      <a:pt x="274" y="141"/>
                    </a:cubicBezTo>
                    <a:cubicBezTo>
                      <a:pt x="277" y="134"/>
                      <a:pt x="281" y="128"/>
                      <a:pt x="286" y="123"/>
                    </a:cubicBezTo>
                    <a:cubicBezTo>
                      <a:pt x="289" y="121"/>
                      <a:pt x="291" y="118"/>
                      <a:pt x="292" y="115"/>
                    </a:cubicBezTo>
                    <a:cubicBezTo>
                      <a:pt x="293" y="113"/>
                      <a:pt x="292" y="110"/>
                      <a:pt x="290" y="109"/>
                    </a:cubicBezTo>
                    <a:cubicBezTo>
                      <a:pt x="289" y="108"/>
                      <a:pt x="285" y="108"/>
                      <a:pt x="284" y="109"/>
                    </a:cubicBezTo>
                    <a:cubicBezTo>
                      <a:pt x="279" y="115"/>
                      <a:pt x="274" y="121"/>
                      <a:pt x="269" y="127"/>
                    </a:cubicBezTo>
                    <a:cubicBezTo>
                      <a:pt x="267" y="131"/>
                      <a:pt x="265" y="136"/>
                      <a:pt x="264" y="141"/>
                    </a:cubicBezTo>
                    <a:cubicBezTo>
                      <a:pt x="263" y="143"/>
                      <a:pt x="262" y="145"/>
                      <a:pt x="259" y="145"/>
                    </a:cubicBezTo>
                    <a:cubicBezTo>
                      <a:pt x="234" y="143"/>
                      <a:pt x="213" y="150"/>
                      <a:pt x="196" y="168"/>
                    </a:cubicBezTo>
                    <a:cubicBezTo>
                      <a:pt x="196" y="169"/>
                      <a:pt x="195" y="169"/>
                      <a:pt x="195" y="169"/>
                    </a:cubicBezTo>
                    <a:cubicBezTo>
                      <a:pt x="186" y="164"/>
                      <a:pt x="177" y="158"/>
                      <a:pt x="168" y="153"/>
                    </a:cubicBezTo>
                    <a:cubicBezTo>
                      <a:pt x="155" y="146"/>
                      <a:pt x="147" y="134"/>
                      <a:pt x="149" y="120"/>
                    </a:cubicBezTo>
                    <a:cubicBezTo>
                      <a:pt x="149" y="115"/>
                      <a:pt x="151" y="111"/>
                      <a:pt x="153" y="106"/>
                    </a:cubicBezTo>
                    <a:cubicBezTo>
                      <a:pt x="155" y="97"/>
                      <a:pt x="156" y="89"/>
                      <a:pt x="152" y="81"/>
                    </a:cubicBezTo>
                    <a:cubicBezTo>
                      <a:pt x="150" y="78"/>
                      <a:pt x="148" y="77"/>
                      <a:pt x="145" y="78"/>
                    </a:cubicBezTo>
                    <a:cubicBezTo>
                      <a:pt x="142" y="80"/>
                      <a:pt x="141" y="82"/>
                      <a:pt x="143" y="85"/>
                    </a:cubicBezTo>
                    <a:cubicBezTo>
                      <a:pt x="146" y="92"/>
                      <a:pt x="145" y="98"/>
                      <a:pt x="142" y="104"/>
                    </a:cubicBezTo>
                    <a:cubicBezTo>
                      <a:pt x="137" y="118"/>
                      <a:pt x="137" y="132"/>
                      <a:pt x="145" y="146"/>
                    </a:cubicBezTo>
                    <a:close/>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US" sz="1350" kern="1200" dirty="0">
                  <a:solidFill>
                    <a:srgbClr val="282F39"/>
                  </a:solidFill>
                  <a:latin typeface="Calibri" panose="020F0502020204030204"/>
                  <a:ea typeface="+mn-ea"/>
                  <a:cs typeface="+mn-cs"/>
                </a:endParaRPr>
              </a:p>
            </p:txBody>
          </p:sp>
          <p:sp>
            <p:nvSpPr>
              <p:cNvPr id="17" name="Freeform 13">
                <a:extLst>
                  <a:ext uri="{FF2B5EF4-FFF2-40B4-BE49-F238E27FC236}">
                    <a16:creationId xmlns:a16="http://schemas.microsoft.com/office/drawing/2014/main" id="{9A7809CA-AE74-9E0A-5EA5-95D0700A051E}"/>
                  </a:ext>
                </a:extLst>
              </p:cNvPr>
              <p:cNvSpPr>
                <a:spLocks/>
              </p:cNvSpPr>
              <p:nvPr/>
            </p:nvSpPr>
            <p:spPr bwMode="auto">
              <a:xfrm>
                <a:off x="3032194" y="-2422300"/>
                <a:ext cx="1223865" cy="1266808"/>
              </a:xfrm>
              <a:custGeom>
                <a:avLst/>
                <a:gdLst>
                  <a:gd name="T0" fmla="*/ 221 w 227"/>
                  <a:gd name="T1" fmla="*/ 144 h 235"/>
                  <a:gd name="T2" fmla="*/ 212 w 227"/>
                  <a:gd name="T3" fmla="*/ 192 h 235"/>
                  <a:gd name="T4" fmla="*/ 156 w 227"/>
                  <a:gd name="T5" fmla="*/ 228 h 235"/>
                  <a:gd name="T6" fmla="*/ 98 w 227"/>
                  <a:gd name="T7" fmla="*/ 230 h 235"/>
                  <a:gd name="T8" fmla="*/ 70 w 227"/>
                  <a:gd name="T9" fmla="*/ 215 h 235"/>
                  <a:gd name="T10" fmla="*/ 69 w 227"/>
                  <a:gd name="T11" fmla="*/ 210 h 235"/>
                  <a:gd name="T12" fmla="*/ 71 w 227"/>
                  <a:gd name="T13" fmla="*/ 173 h 235"/>
                  <a:gd name="T14" fmla="*/ 71 w 227"/>
                  <a:gd name="T15" fmla="*/ 171 h 235"/>
                  <a:gd name="T16" fmla="*/ 97 w 227"/>
                  <a:gd name="T17" fmla="*/ 170 h 235"/>
                  <a:gd name="T18" fmla="*/ 135 w 227"/>
                  <a:gd name="T19" fmla="*/ 150 h 235"/>
                  <a:gd name="T20" fmla="*/ 161 w 227"/>
                  <a:gd name="T21" fmla="*/ 122 h 235"/>
                  <a:gd name="T22" fmla="*/ 183 w 227"/>
                  <a:gd name="T23" fmla="*/ 109 h 235"/>
                  <a:gd name="T24" fmla="*/ 187 w 227"/>
                  <a:gd name="T25" fmla="*/ 105 h 235"/>
                  <a:gd name="T26" fmla="*/ 183 w 227"/>
                  <a:gd name="T27" fmla="*/ 100 h 235"/>
                  <a:gd name="T28" fmla="*/ 168 w 227"/>
                  <a:gd name="T29" fmla="*/ 102 h 235"/>
                  <a:gd name="T30" fmla="*/ 147 w 227"/>
                  <a:gd name="T31" fmla="*/ 123 h 235"/>
                  <a:gd name="T32" fmla="*/ 106 w 227"/>
                  <a:gd name="T33" fmla="*/ 157 h 235"/>
                  <a:gd name="T34" fmla="*/ 72 w 227"/>
                  <a:gd name="T35" fmla="*/ 159 h 235"/>
                  <a:gd name="T36" fmla="*/ 65 w 227"/>
                  <a:gd name="T37" fmla="*/ 153 h 235"/>
                  <a:gd name="T38" fmla="*/ 40 w 227"/>
                  <a:gd name="T39" fmla="*/ 128 h 235"/>
                  <a:gd name="T40" fmla="*/ 36 w 227"/>
                  <a:gd name="T41" fmla="*/ 111 h 235"/>
                  <a:gd name="T42" fmla="*/ 50 w 227"/>
                  <a:gd name="T43" fmla="*/ 87 h 235"/>
                  <a:gd name="T44" fmla="*/ 57 w 227"/>
                  <a:gd name="T45" fmla="*/ 51 h 235"/>
                  <a:gd name="T46" fmla="*/ 52 w 227"/>
                  <a:gd name="T47" fmla="*/ 46 h 235"/>
                  <a:gd name="T48" fmla="*/ 47 w 227"/>
                  <a:gd name="T49" fmla="*/ 52 h 235"/>
                  <a:gd name="T50" fmla="*/ 46 w 227"/>
                  <a:gd name="T51" fmla="*/ 71 h 235"/>
                  <a:gd name="T52" fmla="*/ 35 w 227"/>
                  <a:gd name="T53" fmla="*/ 91 h 235"/>
                  <a:gd name="T54" fmla="*/ 23 w 227"/>
                  <a:gd name="T55" fmla="*/ 119 h 235"/>
                  <a:gd name="T56" fmla="*/ 3 w 227"/>
                  <a:gd name="T57" fmla="*/ 104 h 235"/>
                  <a:gd name="T58" fmla="*/ 10 w 227"/>
                  <a:gd name="T59" fmla="*/ 87 h 235"/>
                  <a:gd name="T60" fmla="*/ 5 w 227"/>
                  <a:gd name="T61" fmla="*/ 58 h 235"/>
                  <a:gd name="T62" fmla="*/ 7 w 227"/>
                  <a:gd name="T63" fmla="*/ 35 h 235"/>
                  <a:gd name="T64" fmla="*/ 72 w 227"/>
                  <a:gd name="T65" fmla="*/ 5 h 235"/>
                  <a:gd name="T66" fmla="*/ 106 w 227"/>
                  <a:gd name="T67" fmla="*/ 25 h 235"/>
                  <a:gd name="T68" fmla="*/ 111 w 227"/>
                  <a:gd name="T69" fmla="*/ 66 h 235"/>
                  <a:gd name="T70" fmla="*/ 106 w 227"/>
                  <a:gd name="T71" fmla="*/ 76 h 235"/>
                  <a:gd name="T72" fmla="*/ 107 w 227"/>
                  <a:gd name="T73" fmla="*/ 84 h 235"/>
                  <a:gd name="T74" fmla="*/ 115 w 227"/>
                  <a:gd name="T75" fmla="*/ 82 h 235"/>
                  <a:gd name="T76" fmla="*/ 131 w 227"/>
                  <a:gd name="T77" fmla="*/ 64 h 235"/>
                  <a:gd name="T78" fmla="*/ 163 w 227"/>
                  <a:gd name="T79" fmla="*/ 44 h 235"/>
                  <a:gd name="T80" fmla="*/ 193 w 227"/>
                  <a:gd name="T81" fmla="*/ 49 h 235"/>
                  <a:gd name="T82" fmla="*/ 223 w 227"/>
                  <a:gd name="T83" fmla="*/ 84 h 235"/>
                  <a:gd name="T84" fmla="*/ 224 w 227"/>
                  <a:gd name="T85" fmla="*/ 112 h 235"/>
                  <a:gd name="T86" fmla="*/ 188 w 227"/>
                  <a:gd name="T87" fmla="*/ 160 h 235"/>
                  <a:gd name="T88" fmla="*/ 159 w 227"/>
                  <a:gd name="T89" fmla="*/ 169 h 235"/>
                  <a:gd name="T90" fmla="*/ 152 w 227"/>
                  <a:gd name="T91" fmla="*/ 169 h 235"/>
                  <a:gd name="T92" fmla="*/ 146 w 227"/>
                  <a:gd name="T93" fmla="*/ 173 h 235"/>
                  <a:gd name="T94" fmla="*/ 150 w 227"/>
                  <a:gd name="T95" fmla="*/ 179 h 235"/>
                  <a:gd name="T96" fmla="*/ 182 w 227"/>
                  <a:gd name="T97" fmla="*/ 174 h 235"/>
                  <a:gd name="T98" fmla="*/ 221 w 227"/>
                  <a:gd name="T99" fmla="*/ 144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27" h="235">
                    <a:moveTo>
                      <a:pt x="221" y="144"/>
                    </a:moveTo>
                    <a:cubicBezTo>
                      <a:pt x="227" y="163"/>
                      <a:pt x="222" y="178"/>
                      <a:pt x="212" y="192"/>
                    </a:cubicBezTo>
                    <a:cubicBezTo>
                      <a:pt x="198" y="211"/>
                      <a:pt x="179" y="222"/>
                      <a:pt x="156" y="228"/>
                    </a:cubicBezTo>
                    <a:cubicBezTo>
                      <a:pt x="137" y="232"/>
                      <a:pt x="118" y="235"/>
                      <a:pt x="98" y="230"/>
                    </a:cubicBezTo>
                    <a:cubicBezTo>
                      <a:pt x="88" y="228"/>
                      <a:pt x="78" y="223"/>
                      <a:pt x="70" y="215"/>
                    </a:cubicBezTo>
                    <a:cubicBezTo>
                      <a:pt x="69" y="214"/>
                      <a:pt x="68" y="211"/>
                      <a:pt x="69" y="210"/>
                    </a:cubicBezTo>
                    <a:cubicBezTo>
                      <a:pt x="73" y="197"/>
                      <a:pt x="73" y="185"/>
                      <a:pt x="71" y="173"/>
                    </a:cubicBezTo>
                    <a:cubicBezTo>
                      <a:pt x="71" y="172"/>
                      <a:pt x="71" y="171"/>
                      <a:pt x="71" y="171"/>
                    </a:cubicBezTo>
                    <a:cubicBezTo>
                      <a:pt x="80" y="171"/>
                      <a:pt x="88" y="171"/>
                      <a:pt x="97" y="170"/>
                    </a:cubicBezTo>
                    <a:cubicBezTo>
                      <a:pt x="112" y="168"/>
                      <a:pt x="124" y="160"/>
                      <a:pt x="135" y="150"/>
                    </a:cubicBezTo>
                    <a:cubicBezTo>
                      <a:pt x="144" y="142"/>
                      <a:pt x="152" y="132"/>
                      <a:pt x="161" y="122"/>
                    </a:cubicBezTo>
                    <a:cubicBezTo>
                      <a:pt x="167" y="115"/>
                      <a:pt x="173" y="109"/>
                      <a:pt x="183" y="109"/>
                    </a:cubicBezTo>
                    <a:cubicBezTo>
                      <a:pt x="185" y="109"/>
                      <a:pt x="187" y="107"/>
                      <a:pt x="187" y="105"/>
                    </a:cubicBezTo>
                    <a:cubicBezTo>
                      <a:pt x="188" y="102"/>
                      <a:pt x="186" y="99"/>
                      <a:pt x="183" y="100"/>
                    </a:cubicBezTo>
                    <a:cubicBezTo>
                      <a:pt x="178" y="100"/>
                      <a:pt x="173" y="100"/>
                      <a:pt x="168" y="102"/>
                    </a:cubicBezTo>
                    <a:cubicBezTo>
                      <a:pt x="159" y="106"/>
                      <a:pt x="153" y="115"/>
                      <a:pt x="147" y="123"/>
                    </a:cubicBezTo>
                    <a:cubicBezTo>
                      <a:pt x="136" y="137"/>
                      <a:pt x="123" y="150"/>
                      <a:pt x="106" y="157"/>
                    </a:cubicBezTo>
                    <a:cubicBezTo>
                      <a:pt x="95" y="161"/>
                      <a:pt x="84" y="163"/>
                      <a:pt x="72" y="159"/>
                    </a:cubicBezTo>
                    <a:cubicBezTo>
                      <a:pt x="70" y="158"/>
                      <a:pt x="67" y="156"/>
                      <a:pt x="65" y="153"/>
                    </a:cubicBezTo>
                    <a:cubicBezTo>
                      <a:pt x="59" y="143"/>
                      <a:pt x="51" y="135"/>
                      <a:pt x="40" y="128"/>
                    </a:cubicBezTo>
                    <a:cubicBezTo>
                      <a:pt x="34" y="124"/>
                      <a:pt x="32" y="118"/>
                      <a:pt x="36" y="111"/>
                    </a:cubicBezTo>
                    <a:cubicBezTo>
                      <a:pt x="40" y="103"/>
                      <a:pt x="45" y="95"/>
                      <a:pt x="50" y="87"/>
                    </a:cubicBezTo>
                    <a:cubicBezTo>
                      <a:pt x="58" y="76"/>
                      <a:pt x="59" y="64"/>
                      <a:pt x="57" y="51"/>
                    </a:cubicBezTo>
                    <a:cubicBezTo>
                      <a:pt x="57" y="48"/>
                      <a:pt x="55" y="45"/>
                      <a:pt x="52" y="46"/>
                    </a:cubicBezTo>
                    <a:cubicBezTo>
                      <a:pt x="48" y="47"/>
                      <a:pt x="47" y="49"/>
                      <a:pt x="47" y="52"/>
                    </a:cubicBezTo>
                    <a:cubicBezTo>
                      <a:pt x="47" y="59"/>
                      <a:pt x="48" y="65"/>
                      <a:pt x="46" y="71"/>
                    </a:cubicBezTo>
                    <a:cubicBezTo>
                      <a:pt x="44" y="78"/>
                      <a:pt x="39" y="85"/>
                      <a:pt x="35" y="91"/>
                    </a:cubicBezTo>
                    <a:cubicBezTo>
                      <a:pt x="30" y="99"/>
                      <a:pt x="25" y="108"/>
                      <a:pt x="23" y="119"/>
                    </a:cubicBezTo>
                    <a:cubicBezTo>
                      <a:pt x="16" y="113"/>
                      <a:pt x="9" y="108"/>
                      <a:pt x="3" y="104"/>
                    </a:cubicBezTo>
                    <a:cubicBezTo>
                      <a:pt x="6" y="98"/>
                      <a:pt x="9" y="92"/>
                      <a:pt x="10" y="87"/>
                    </a:cubicBezTo>
                    <a:cubicBezTo>
                      <a:pt x="13" y="76"/>
                      <a:pt x="10" y="67"/>
                      <a:pt x="5" y="58"/>
                    </a:cubicBezTo>
                    <a:cubicBezTo>
                      <a:pt x="0" y="50"/>
                      <a:pt x="2" y="42"/>
                      <a:pt x="7" y="35"/>
                    </a:cubicBezTo>
                    <a:cubicBezTo>
                      <a:pt x="19" y="13"/>
                      <a:pt x="47" y="0"/>
                      <a:pt x="72" y="5"/>
                    </a:cubicBezTo>
                    <a:cubicBezTo>
                      <a:pt x="86" y="7"/>
                      <a:pt x="98" y="14"/>
                      <a:pt x="106" y="25"/>
                    </a:cubicBezTo>
                    <a:cubicBezTo>
                      <a:pt x="116" y="38"/>
                      <a:pt x="117" y="52"/>
                      <a:pt x="111" y="66"/>
                    </a:cubicBezTo>
                    <a:cubicBezTo>
                      <a:pt x="110" y="69"/>
                      <a:pt x="108" y="73"/>
                      <a:pt x="106" y="76"/>
                    </a:cubicBezTo>
                    <a:cubicBezTo>
                      <a:pt x="104" y="79"/>
                      <a:pt x="104" y="82"/>
                      <a:pt x="107" y="84"/>
                    </a:cubicBezTo>
                    <a:cubicBezTo>
                      <a:pt x="110" y="86"/>
                      <a:pt x="113" y="84"/>
                      <a:pt x="115" y="82"/>
                    </a:cubicBezTo>
                    <a:cubicBezTo>
                      <a:pt x="120" y="76"/>
                      <a:pt x="125" y="70"/>
                      <a:pt x="131" y="64"/>
                    </a:cubicBezTo>
                    <a:cubicBezTo>
                      <a:pt x="140" y="55"/>
                      <a:pt x="150" y="48"/>
                      <a:pt x="163" y="44"/>
                    </a:cubicBezTo>
                    <a:cubicBezTo>
                      <a:pt x="174" y="41"/>
                      <a:pt x="184" y="44"/>
                      <a:pt x="193" y="49"/>
                    </a:cubicBezTo>
                    <a:cubicBezTo>
                      <a:pt x="208" y="57"/>
                      <a:pt x="219" y="68"/>
                      <a:pt x="223" y="84"/>
                    </a:cubicBezTo>
                    <a:cubicBezTo>
                      <a:pt x="226" y="93"/>
                      <a:pt x="226" y="103"/>
                      <a:pt x="224" y="112"/>
                    </a:cubicBezTo>
                    <a:cubicBezTo>
                      <a:pt x="219" y="133"/>
                      <a:pt x="207" y="149"/>
                      <a:pt x="188" y="160"/>
                    </a:cubicBezTo>
                    <a:cubicBezTo>
                      <a:pt x="179" y="164"/>
                      <a:pt x="169" y="168"/>
                      <a:pt x="159" y="169"/>
                    </a:cubicBezTo>
                    <a:cubicBezTo>
                      <a:pt x="157" y="169"/>
                      <a:pt x="154" y="169"/>
                      <a:pt x="152" y="169"/>
                    </a:cubicBezTo>
                    <a:cubicBezTo>
                      <a:pt x="149" y="168"/>
                      <a:pt x="146" y="170"/>
                      <a:pt x="146" y="173"/>
                    </a:cubicBezTo>
                    <a:cubicBezTo>
                      <a:pt x="146" y="176"/>
                      <a:pt x="147" y="178"/>
                      <a:pt x="150" y="179"/>
                    </a:cubicBezTo>
                    <a:cubicBezTo>
                      <a:pt x="162" y="181"/>
                      <a:pt x="172" y="178"/>
                      <a:pt x="182" y="174"/>
                    </a:cubicBezTo>
                    <a:cubicBezTo>
                      <a:pt x="197" y="168"/>
                      <a:pt x="210" y="158"/>
                      <a:pt x="221" y="144"/>
                    </a:cubicBezTo>
                    <a:close/>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US" sz="1350" kern="1200">
                  <a:solidFill>
                    <a:srgbClr val="282F39"/>
                  </a:solidFill>
                  <a:latin typeface="Calibri" panose="020F0502020204030204"/>
                  <a:ea typeface="+mn-ea"/>
                  <a:cs typeface="+mn-cs"/>
                </a:endParaRPr>
              </a:p>
            </p:txBody>
          </p:sp>
          <p:sp>
            <p:nvSpPr>
              <p:cNvPr id="18" name="Freeform 15">
                <a:extLst>
                  <a:ext uri="{FF2B5EF4-FFF2-40B4-BE49-F238E27FC236}">
                    <a16:creationId xmlns:a16="http://schemas.microsoft.com/office/drawing/2014/main" id="{43E56AB9-2467-EDF0-1421-4B4B8377B7CA}"/>
                  </a:ext>
                </a:extLst>
              </p:cNvPr>
              <p:cNvSpPr>
                <a:spLocks/>
              </p:cNvSpPr>
              <p:nvPr/>
            </p:nvSpPr>
            <p:spPr bwMode="auto">
              <a:xfrm>
                <a:off x="2881894" y="-3281153"/>
                <a:ext cx="1331222" cy="1148716"/>
              </a:xfrm>
              <a:custGeom>
                <a:avLst/>
                <a:gdLst>
                  <a:gd name="T0" fmla="*/ 154 w 247"/>
                  <a:gd name="T1" fmla="*/ 213 h 213"/>
                  <a:gd name="T2" fmla="*/ 148 w 247"/>
                  <a:gd name="T3" fmla="*/ 187 h 213"/>
                  <a:gd name="T4" fmla="*/ 132 w 247"/>
                  <a:gd name="T5" fmla="*/ 167 h 213"/>
                  <a:gd name="T6" fmla="*/ 130 w 247"/>
                  <a:gd name="T7" fmla="*/ 160 h 213"/>
                  <a:gd name="T8" fmla="*/ 118 w 247"/>
                  <a:gd name="T9" fmla="*/ 106 h 213"/>
                  <a:gd name="T10" fmla="*/ 118 w 247"/>
                  <a:gd name="T11" fmla="*/ 93 h 213"/>
                  <a:gd name="T12" fmla="*/ 125 w 247"/>
                  <a:gd name="T13" fmla="*/ 87 h 213"/>
                  <a:gd name="T14" fmla="*/ 129 w 247"/>
                  <a:gd name="T15" fmla="*/ 81 h 213"/>
                  <a:gd name="T16" fmla="*/ 123 w 247"/>
                  <a:gd name="T17" fmla="*/ 78 h 213"/>
                  <a:gd name="T18" fmla="*/ 109 w 247"/>
                  <a:gd name="T19" fmla="*/ 89 h 213"/>
                  <a:gd name="T20" fmla="*/ 105 w 247"/>
                  <a:gd name="T21" fmla="*/ 100 h 213"/>
                  <a:gd name="T22" fmla="*/ 61 w 247"/>
                  <a:gd name="T23" fmla="*/ 104 h 213"/>
                  <a:gd name="T24" fmla="*/ 64 w 247"/>
                  <a:gd name="T25" fmla="*/ 86 h 213"/>
                  <a:gd name="T26" fmla="*/ 40 w 247"/>
                  <a:gd name="T27" fmla="*/ 49 h 213"/>
                  <a:gd name="T28" fmla="*/ 21 w 247"/>
                  <a:gd name="T29" fmla="*/ 44 h 213"/>
                  <a:gd name="T30" fmla="*/ 16 w 247"/>
                  <a:gd name="T31" fmla="*/ 41 h 213"/>
                  <a:gd name="T32" fmla="*/ 0 w 247"/>
                  <a:gd name="T33" fmla="*/ 14 h 213"/>
                  <a:gd name="T34" fmla="*/ 26 w 247"/>
                  <a:gd name="T35" fmla="*/ 2 h 213"/>
                  <a:gd name="T36" fmla="*/ 99 w 247"/>
                  <a:gd name="T37" fmla="*/ 35 h 213"/>
                  <a:gd name="T38" fmla="*/ 104 w 247"/>
                  <a:gd name="T39" fmla="*/ 52 h 213"/>
                  <a:gd name="T40" fmla="*/ 112 w 247"/>
                  <a:gd name="T41" fmla="*/ 58 h 213"/>
                  <a:gd name="T42" fmla="*/ 166 w 247"/>
                  <a:gd name="T43" fmla="*/ 73 h 213"/>
                  <a:gd name="T44" fmla="*/ 193 w 247"/>
                  <a:gd name="T45" fmla="*/ 117 h 213"/>
                  <a:gd name="T46" fmla="*/ 192 w 247"/>
                  <a:gd name="T47" fmla="*/ 153 h 213"/>
                  <a:gd name="T48" fmla="*/ 190 w 247"/>
                  <a:gd name="T49" fmla="*/ 157 h 213"/>
                  <a:gd name="T50" fmla="*/ 192 w 247"/>
                  <a:gd name="T51" fmla="*/ 165 h 213"/>
                  <a:gd name="T52" fmla="*/ 199 w 247"/>
                  <a:gd name="T53" fmla="*/ 163 h 213"/>
                  <a:gd name="T54" fmla="*/ 204 w 247"/>
                  <a:gd name="T55" fmla="*/ 146 h 213"/>
                  <a:gd name="T56" fmla="*/ 205 w 247"/>
                  <a:gd name="T57" fmla="*/ 126 h 213"/>
                  <a:gd name="T58" fmla="*/ 233 w 247"/>
                  <a:gd name="T59" fmla="*/ 142 h 213"/>
                  <a:gd name="T60" fmla="*/ 238 w 247"/>
                  <a:gd name="T61" fmla="*/ 195 h 213"/>
                  <a:gd name="T62" fmla="*/ 235 w 247"/>
                  <a:gd name="T63" fmla="*/ 200 h 213"/>
                  <a:gd name="T64" fmla="*/ 230 w 247"/>
                  <a:gd name="T65" fmla="*/ 201 h 213"/>
                  <a:gd name="T66" fmla="*/ 162 w 247"/>
                  <a:gd name="T67" fmla="*/ 206 h 213"/>
                  <a:gd name="T68" fmla="*/ 154 w 247"/>
                  <a:gd name="T69" fmla="*/ 21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7" h="213">
                    <a:moveTo>
                      <a:pt x="154" y="213"/>
                    </a:moveTo>
                    <a:cubicBezTo>
                      <a:pt x="152" y="204"/>
                      <a:pt x="152" y="195"/>
                      <a:pt x="148" y="187"/>
                    </a:cubicBezTo>
                    <a:cubicBezTo>
                      <a:pt x="145" y="180"/>
                      <a:pt x="138" y="173"/>
                      <a:pt x="132" y="167"/>
                    </a:cubicBezTo>
                    <a:cubicBezTo>
                      <a:pt x="130" y="164"/>
                      <a:pt x="129" y="163"/>
                      <a:pt x="130" y="160"/>
                    </a:cubicBezTo>
                    <a:cubicBezTo>
                      <a:pt x="139" y="141"/>
                      <a:pt x="135" y="118"/>
                      <a:pt x="118" y="106"/>
                    </a:cubicBezTo>
                    <a:cubicBezTo>
                      <a:pt x="115" y="104"/>
                      <a:pt x="115" y="98"/>
                      <a:pt x="118" y="93"/>
                    </a:cubicBezTo>
                    <a:cubicBezTo>
                      <a:pt x="120" y="91"/>
                      <a:pt x="123" y="88"/>
                      <a:pt x="125" y="87"/>
                    </a:cubicBezTo>
                    <a:cubicBezTo>
                      <a:pt x="129" y="86"/>
                      <a:pt x="130" y="84"/>
                      <a:pt x="129" y="81"/>
                    </a:cubicBezTo>
                    <a:cubicBezTo>
                      <a:pt x="128" y="79"/>
                      <a:pt x="125" y="78"/>
                      <a:pt x="123" y="78"/>
                    </a:cubicBezTo>
                    <a:cubicBezTo>
                      <a:pt x="116" y="78"/>
                      <a:pt x="112" y="83"/>
                      <a:pt x="109" y="89"/>
                    </a:cubicBezTo>
                    <a:cubicBezTo>
                      <a:pt x="107" y="92"/>
                      <a:pt x="106" y="95"/>
                      <a:pt x="105" y="100"/>
                    </a:cubicBezTo>
                    <a:cubicBezTo>
                      <a:pt x="90" y="96"/>
                      <a:pt x="75" y="99"/>
                      <a:pt x="61" y="104"/>
                    </a:cubicBezTo>
                    <a:cubicBezTo>
                      <a:pt x="62" y="98"/>
                      <a:pt x="64" y="92"/>
                      <a:pt x="64" y="86"/>
                    </a:cubicBezTo>
                    <a:cubicBezTo>
                      <a:pt x="65" y="68"/>
                      <a:pt x="55" y="56"/>
                      <a:pt x="40" y="49"/>
                    </a:cubicBezTo>
                    <a:cubicBezTo>
                      <a:pt x="34" y="47"/>
                      <a:pt x="27" y="46"/>
                      <a:pt x="21" y="44"/>
                    </a:cubicBezTo>
                    <a:cubicBezTo>
                      <a:pt x="19" y="44"/>
                      <a:pt x="17" y="42"/>
                      <a:pt x="16" y="41"/>
                    </a:cubicBezTo>
                    <a:cubicBezTo>
                      <a:pt x="11" y="32"/>
                      <a:pt x="6" y="23"/>
                      <a:pt x="0" y="14"/>
                    </a:cubicBezTo>
                    <a:cubicBezTo>
                      <a:pt x="7" y="7"/>
                      <a:pt x="16" y="3"/>
                      <a:pt x="26" y="2"/>
                    </a:cubicBezTo>
                    <a:cubicBezTo>
                      <a:pt x="56" y="0"/>
                      <a:pt x="81" y="9"/>
                      <a:pt x="99" y="35"/>
                    </a:cubicBezTo>
                    <a:cubicBezTo>
                      <a:pt x="102" y="40"/>
                      <a:pt x="103" y="46"/>
                      <a:pt x="104" y="52"/>
                    </a:cubicBezTo>
                    <a:cubicBezTo>
                      <a:pt x="106" y="57"/>
                      <a:pt x="107" y="58"/>
                      <a:pt x="112" y="58"/>
                    </a:cubicBezTo>
                    <a:cubicBezTo>
                      <a:pt x="133" y="54"/>
                      <a:pt x="150" y="60"/>
                      <a:pt x="166" y="73"/>
                    </a:cubicBezTo>
                    <a:cubicBezTo>
                      <a:pt x="180" y="85"/>
                      <a:pt x="189" y="100"/>
                      <a:pt x="193" y="117"/>
                    </a:cubicBezTo>
                    <a:cubicBezTo>
                      <a:pt x="195" y="129"/>
                      <a:pt x="196" y="141"/>
                      <a:pt x="192" y="153"/>
                    </a:cubicBezTo>
                    <a:cubicBezTo>
                      <a:pt x="191" y="155"/>
                      <a:pt x="190" y="156"/>
                      <a:pt x="190" y="157"/>
                    </a:cubicBezTo>
                    <a:cubicBezTo>
                      <a:pt x="188" y="160"/>
                      <a:pt x="189" y="163"/>
                      <a:pt x="192" y="165"/>
                    </a:cubicBezTo>
                    <a:cubicBezTo>
                      <a:pt x="195" y="167"/>
                      <a:pt x="198" y="165"/>
                      <a:pt x="199" y="163"/>
                    </a:cubicBezTo>
                    <a:cubicBezTo>
                      <a:pt x="201" y="157"/>
                      <a:pt x="203" y="152"/>
                      <a:pt x="204" y="146"/>
                    </a:cubicBezTo>
                    <a:cubicBezTo>
                      <a:pt x="205" y="139"/>
                      <a:pt x="205" y="133"/>
                      <a:pt x="205" y="126"/>
                    </a:cubicBezTo>
                    <a:cubicBezTo>
                      <a:pt x="217" y="126"/>
                      <a:pt x="226" y="132"/>
                      <a:pt x="233" y="142"/>
                    </a:cubicBezTo>
                    <a:cubicBezTo>
                      <a:pt x="245" y="158"/>
                      <a:pt x="247" y="176"/>
                      <a:pt x="238" y="195"/>
                    </a:cubicBezTo>
                    <a:cubicBezTo>
                      <a:pt x="238" y="197"/>
                      <a:pt x="237" y="199"/>
                      <a:pt x="235" y="200"/>
                    </a:cubicBezTo>
                    <a:cubicBezTo>
                      <a:pt x="234" y="201"/>
                      <a:pt x="231" y="202"/>
                      <a:pt x="230" y="201"/>
                    </a:cubicBezTo>
                    <a:cubicBezTo>
                      <a:pt x="206" y="186"/>
                      <a:pt x="184" y="190"/>
                      <a:pt x="162" y="206"/>
                    </a:cubicBezTo>
                    <a:cubicBezTo>
                      <a:pt x="159" y="209"/>
                      <a:pt x="156" y="211"/>
                      <a:pt x="154" y="213"/>
                    </a:cubicBezTo>
                    <a:close/>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US" sz="1350" kern="1200">
                  <a:solidFill>
                    <a:srgbClr val="282F39"/>
                  </a:solidFill>
                  <a:latin typeface="Calibri" panose="020F0502020204030204"/>
                  <a:ea typeface="+mn-ea"/>
                  <a:cs typeface="+mn-cs"/>
                </a:endParaRPr>
              </a:p>
            </p:txBody>
          </p:sp>
          <p:sp>
            <p:nvSpPr>
              <p:cNvPr id="19" name="Freeform 16">
                <a:extLst>
                  <a:ext uri="{FF2B5EF4-FFF2-40B4-BE49-F238E27FC236}">
                    <a16:creationId xmlns:a16="http://schemas.microsoft.com/office/drawing/2014/main" id="{6D6D4DF5-94C0-C127-4FCE-58F5BCED2A54}"/>
                  </a:ext>
                </a:extLst>
              </p:cNvPr>
              <p:cNvSpPr>
                <a:spLocks/>
              </p:cNvSpPr>
              <p:nvPr/>
            </p:nvSpPr>
            <p:spPr bwMode="auto">
              <a:xfrm>
                <a:off x="906533" y="-2929559"/>
                <a:ext cx="475054" cy="662928"/>
              </a:xfrm>
              <a:custGeom>
                <a:avLst/>
                <a:gdLst>
                  <a:gd name="T0" fmla="*/ 78 w 88"/>
                  <a:gd name="T1" fmla="*/ 1 h 123"/>
                  <a:gd name="T2" fmla="*/ 88 w 88"/>
                  <a:gd name="T3" fmla="*/ 59 h 123"/>
                  <a:gd name="T4" fmla="*/ 58 w 88"/>
                  <a:gd name="T5" fmla="*/ 81 h 123"/>
                  <a:gd name="T6" fmla="*/ 48 w 88"/>
                  <a:gd name="T7" fmla="*/ 117 h 123"/>
                  <a:gd name="T8" fmla="*/ 24 w 88"/>
                  <a:gd name="T9" fmla="*/ 123 h 123"/>
                  <a:gd name="T10" fmla="*/ 20 w 88"/>
                  <a:gd name="T11" fmla="*/ 121 h 123"/>
                  <a:gd name="T12" fmla="*/ 3 w 88"/>
                  <a:gd name="T13" fmla="*/ 82 h 123"/>
                  <a:gd name="T14" fmla="*/ 41 w 88"/>
                  <a:gd name="T15" fmla="*/ 9 h 123"/>
                  <a:gd name="T16" fmla="*/ 75 w 88"/>
                  <a:gd name="T17" fmla="*/ 1 h 123"/>
                  <a:gd name="T18" fmla="*/ 78 w 88"/>
                  <a:gd name="T19" fmla="*/ 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123">
                    <a:moveTo>
                      <a:pt x="78" y="1"/>
                    </a:moveTo>
                    <a:cubicBezTo>
                      <a:pt x="76" y="22"/>
                      <a:pt x="81" y="40"/>
                      <a:pt x="88" y="59"/>
                    </a:cubicBezTo>
                    <a:cubicBezTo>
                      <a:pt x="76" y="64"/>
                      <a:pt x="66" y="70"/>
                      <a:pt x="58" y="81"/>
                    </a:cubicBezTo>
                    <a:cubicBezTo>
                      <a:pt x="51" y="92"/>
                      <a:pt x="47" y="103"/>
                      <a:pt x="48" y="117"/>
                    </a:cubicBezTo>
                    <a:cubicBezTo>
                      <a:pt x="39" y="116"/>
                      <a:pt x="31" y="118"/>
                      <a:pt x="24" y="123"/>
                    </a:cubicBezTo>
                    <a:cubicBezTo>
                      <a:pt x="23" y="123"/>
                      <a:pt x="20" y="122"/>
                      <a:pt x="20" y="121"/>
                    </a:cubicBezTo>
                    <a:cubicBezTo>
                      <a:pt x="9" y="110"/>
                      <a:pt x="4" y="96"/>
                      <a:pt x="3" y="82"/>
                    </a:cubicBezTo>
                    <a:cubicBezTo>
                      <a:pt x="0" y="50"/>
                      <a:pt x="13" y="25"/>
                      <a:pt x="41" y="9"/>
                    </a:cubicBezTo>
                    <a:cubicBezTo>
                      <a:pt x="51" y="2"/>
                      <a:pt x="63" y="0"/>
                      <a:pt x="75" y="1"/>
                    </a:cubicBezTo>
                    <a:cubicBezTo>
                      <a:pt x="76" y="1"/>
                      <a:pt x="77" y="1"/>
                      <a:pt x="78" y="1"/>
                    </a:cubicBezTo>
                    <a:close/>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US" sz="1350" kern="1200" dirty="0">
                  <a:solidFill>
                    <a:srgbClr val="282F39"/>
                  </a:solidFill>
                  <a:latin typeface="Calibri" panose="020F0502020204030204"/>
                  <a:ea typeface="+mn-ea"/>
                  <a:cs typeface="+mn-cs"/>
                </a:endParaRPr>
              </a:p>
            </p:txBody>
          </p:sp>
          <p:sp>
            <p:nvSpPr>
              <p:cNvPr id="20" name="Freeform 17">
                <a:extLst>
                  <a:ext uri="{FF2B5EF4-FFF2-40B4-BE49-F238E27FC236}">
                    <a16:creationId xmlns:a16="http://schemas.microsoft.com/office/drawing/2014/main" id="{FB51E7BD-84CA-00A7-B598-8356822C4563}"/>
                  </a:ext>
                </a:extLst>
              </p:cNvPr>
              <p:cNvSpPr>
                <a:spLocks/>
              </p:cNvSpPr>
              <p:nvPr/>
            </p:nvSpPr>
            <p:spPr bwMode="auto">
              <a:xfrm>
                <a:off x="675716" y="-2454507"/>
                <a:ext cx="308651" cy="614617"/>
              </a:xfrm>
              <a:custGeom>
                <a:avLst/>
                <a:gdLst>
                  <a:gd name="T0" fmla="*/ 36 w 57"/>
                  <a:gd name="T1" fmla="*/ 0 h 114"/>
                  <a:gd name="T2" fmla="*/ 56 w 57"/>
                  <a:gd name="T3" fmla="*/ 42 h 114"/>
                  <a:gd name="T4" fmla="*/ 56 w 57"/>
                  <a:gd name="T5" fmla="*/ 46 h 114"/>
                  <a:gd name="T6" fmla="*/ 51 w 57"/>
                  <a:gd name="T7" fmla="*/ 80 h 114"/>
                  <a:gd name="T8" fmla="*/ 49 w 57"/>
                  <a:gd name="T9" fmla="*/ 84 h 114"/>
                  <a:gd name="T10" fmla="*/ 19 w 57"/>
                  <a:gd name="T11" fmla="*/ 114 h 114"/>
                  <a:gd name="T12" fmla="*/ 5 w 57"/>
                  <a:gd name="T13" fmla="*/ 90 h 114"/>
                  <a:gd name="T14" fmla="*/ 5 w 57"/>
                  <a:gd name="T15" fmla="*/ 37 h 114"/>
                  <a:gd name="T16" fmla="*/ 27 w 57"/>
                  <a:gd name="T17" fmla="*/ 4 h 114"/>
                  <a:gd name="T18" fmla="*/ 36 w 57"/>
                  <a:gd name="T19"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114">
                    <a:moveTo>
                      <a:pt x="36" y="0"/>
                    </a:moveTo>
                    <a:cubicBezTo>
                      <a:pt x="39" y="17"/>
                      <a:pt x="46" y="31"/>
                      <a:pt x="56" y="42"/>
                    </a:cubicBezTo>
                    <a:cubicBezTo>
                      <a:pt x="57" y="43"/>
                      <a:pt x="57" y="45"/>
                      <a:pt x="56" y="46"/>
                    </a:cubicBezTo>
                    <a:cubicBezTo>
                      <a:pt x="50" y="57"/>
                      <a:pt x="48" y="68"/>
                      <a:pt x="51" y="80"/>
                    </a:cubicBezTo>
                    <a:cubicBezTo>
                      <a:pt x="51" y="81"/>
                      <a:pt x="50" y="84"/>
                      <a:pt x="49" y="84"/>
                    </a:cubicBezTo>
                    <a:cubicBezTo>
                      <a:pt x="37" y="93"/>
                      <a:pt x="27" y="102"/>
                      <a:pt x="19" y="114"/>
                    </a:cubicBezTo>
                    <a:cubicBezTo>
                      <a:pt x="12" y="107"/>
                      <a:pt x="8" y="99"/>
                      <a:pt x="5" y="90"/>
                    </a:cubicBezTo>
                    <a:cubicBezTo>
                      <a:pt x="0" y="72"/>
                      <a:pt x="0" y="54"/>
                      <a:pt x="5" y="37"/>
                    </a:cubicBezTo>
                    <a:cubicBezTo>
                      <a:pt x="9" y="24"/>
                      <a:pt x="15" y="12"/>
                      <a:pt x="27" y="4"/>
                    </a:cubicBezTo>
                    <a:cubicBezTo>
                      <a:pt x="30" y="3"/>
                      <a:pt x="33" y="2"/>
                      <a:pt x="36" y="0"/>
                    </a:cubicBezTo>
                    <a:close/>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US" sz="1350" kern="1200">
                  <a:solidFill>
                    <a:srgbClr val="282F39"/>
                  </a:solidFill>
                  <a:latin typeface="Calibri" panose="020F0502020204030204"/>
                  <a:ea typeface="+mn-ea"/>
                  <a:cs typeface="+mn-cs"/>
                </a:endParaRPr>
              </a:p>
            </p:txBody>
          </p:sp>
        </p:grpSp>
      </p:grpSp>
      <p:sp>
        <p:nvSpPr>
          <p:cNvPr id="21" name="Ellipse 20">
            <a:extLst>
              <a:ext uri="{FF2B5EF4-FFF2-40B4-BE49-F238E27FC236}">
                <a16:creationId xmlns:a16="http://schemas.microsoft.com/office/drawing/2014/main" id="{60F97B6E-0F18-58D8-4BA0-2410A1B93AE0}"/>
              </a:ext>
            </a:extLst>
          </p:cNvPr>
          <p:cNvSpPr/>
          <p:nvPr/>
        </p:nvSpPr>
        <p:spPr>
          <a:xfrm>
            <a:off x="8569543" y="122919"/>
            <a:ext cx="457199" cy="470216"/>
          </a:xfrm>
          <a:prstGeom prst="ellipse">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800" b="1" dirty="0"/>
              <a:t>6</a:t>
            </a:r>
          </a:p>
        </p:txBody>
      </p:sp>
    </p:spTree>
    <p:extLst>
      <p:ext uri="{BB962C8B-B14F-4D97-AF65-F5344CB8AC3E}">
        <p14:creationId xmlns:p14="http://schemas.microsoft.com/office/powerpoint/2010/main" val="37659553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5E6597-1779-58FE-C2A6-CFC9DCABDC06}"/>
              </a:ext>
            </a:extLst>
          </p:cNvPr>
          <p:cNvSpPr/>
          <p:nvPr/>
        </p:nvSpPr>
        <p:spPr>
          <a:xfrm>
            <a:off x="2726909" y="206081"/>
            <a:ext cx="4437369" cy="1133225"/>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400" b="1" dirty="0"/>
          </a:p>
        </p:txBody>
      </p:sp>
      <p:sp>
        <p:nvSpPr>
          <p:cNvPr id="11" name="ZoneTexte 7">
            <a:extLst>
              <a:ext uri="{FF2B5EF4-FFF2-40B4-BE49-F238E27FC236}">
                <a16:creationId xmlns:a16="http://schemas.microsoft.com/office/drawing/2014/main" id="{55D1F3B7-DCA4-17CB-F746-8F44BB40245E}"/>
              </a:ext>
            </a:extLst>
          </p:cNvPr>
          <p:cNvSpPr txBox="1"/>
          <p:nvPr/>
        </p:nvSpPr>
        <p:spPr>
          <a:xfrm>
            <a:off x="4734579" y="729909"/>
            <a:ext cx="857579" cy="369332"/>
          </a:xfrm>
          <a:prstGeom prst="rect">
            <a:avLst/>
          </a:prstGeom>
          <a:noFill/>
        </p:spPr>
        <p:txBody>
          <a:bodyPr wrap="square" rtlCol="0">
            <a:spAutoFit/>
          </a:bodyPr>
          <a:lstStyle/>
          <a:p>
            <a:r>
              <a:rPr lang="fr-FR" b="1" dirty="0">
                <a:solidFill>
                  <a:schemeClr val="bg1"/>
                </a:solidFill>
              </a:rPr>
              <a:t>GCMP</a:t>
            </a:r>
          </a:p>
        </p:txBody>
      </p:sp>
      <p:grpSp>
        <p:nvGrpSpPr>
          <p:cNvPr id="12" name="Groupe 12">
            <a:extLst>
              <a:ext uri="{FF2B5EF4-FFF2-40B4-BE49-F238E27FC236}">
                <a16:creationId xmlns:a16="http://schemas.microsoft.com/office/drawing/2014/main" id="{D6B9E9F8-4DDA-D11C-0B1C-D07E8D39BEF2}"/>
              </a:ext>
            </a:extLst>
          </p:cNvPr>
          <p:cNvGrpSpPr/>
          <p:nvPr/>
        </p:nvGrpSpPr>
        <p:grpSpPr>
          <a:xfrm>
            <a:off x="1595813" y="1521668"/>
            <a:ext cx="6699562" cy="470141"/>
            <a:chOff x="1042481" y="2891482"/>
            <a:chExt cx="8615831" cy="406589"/>
          </a:xfrm>
        </p:grpSpPr>
        <p:sp>
          <p:nvSpPr>
            <p:cNvPr id="13" name="Rectangle 12">
              <a:extLst>
                <a:ext uri="{FF2B5EF4-FFF2-40B4-BE49-F238E27FC236}">
                  <a16:creationId xmlns:a16="http://schemas.microsoft.com/office/drawing/2014/main" id="{C19182DC-ED1E-8257-81B6-46C09F6C8E17}"/>
                </a:ext>
              </a:extLst>
            </p:cNvPr>
            <p:cNvSpPr/>
            <p:nvPr/>
          </p:nvSpPr>
          <p:spPr>
            <a:xfrm>
              <a:off x="1106843" y="2891482"/>
              <a:ext cx="8487108" cy="49419"/>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4" name="Flèche : bas 10">
              <a:extLst>
                <a:ext uri="{FF2B5EF4-FFF2-40B4-BE49-F238E27FC236}">
                  <a16:creationId xmlns:a16="http://schemas.microsoft.com/office/drawing/2014/main" id="{D764FA0B-6FCB-5223-D8A0-E38CEFEE83F0}"/>
                </a:ext>
              </a:extLst>
            </p:cNvPr>
            <p:cNvSpPr/>
            <p:nvPr/>
          </p:nvSpPr>
          <p:spPr>
            <a:xfrm>
              <a:off x="1042481" y="2940901"/>
              <a:ext cx="202216" cy="357170"/>
            </a:xfrm>
            <a:prstGeom prst="downArrow">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Flèche : bas 16">
              <a:extLst>
                <a:ext uri="{FF2B5EF4-FFF2-40B4-BE49-F238E27FC236}">
                  <a16:creationId xmlns:a16="http://schemas.microsoft.com/office/drawing/2014/main" id="{4577CF84-A729-A09D-6DED-E5E2FD00BB27}"/>
                </a:ext>
              </a:extLst>
            </p:cNvPr>
            <p:cNvSpPr/>
            <p:nvPr/>
          </p:nvSpPr>
          <p:spPr>
            <a:xfrm>
              <a:off x="9456096" y="2945189"/>
              <a:ext cx="202216" cy="352881"/>
            </a:xfrm>
            <a:prstGeom prst="downArrow">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17" name="TextBox 12">
            <a:extLst>
              <a:ext uri="{FF2B5EF4-FFF2-40B4-BE49-F238E27FC236}">
                <a16:creationId xmlns:a16="http://schemas.microsoft.com/office/drawing/2014/main" id="{D1FCB071-18DB-3AEB-04FC-E87150AA50EB}"/>
              </a:ext>
            </a:extLst>
          </p:cNvPr>
          <p:cNvSpPr txBox="1"/>
          <p:nvPr/>
        </p:nvSpPr>
        <p:spPr>
          <a:xfrm>
            <a:off x="793566" y="1943531"/>
            <a:ext cx="3270435" cy="307777"/>
          </a:xfrm>
          <a:prstGeom prst="rect">
            <a:avLst/>
          </a:prstGeom>
          <a:noFill/>
        </p:spPr>
        <p:txBody>
          <a:bodyPr wrap="square" rtlCol="0">
            <a:spAutoFit/>
          </a:bodyPr>
          <a:lstStyle/>
          <a:p>
            <a:pPr lvl="0">
              <a:defRPr/>
            </a:pPr>
            <a:r>
              <a:rPr lang="fr-FR" b="1" dirty="0">
                <a:latin typeface="Noto Sans" panose="020B0502040504020204" pitchFamily="34"/>
                <a:ea typeface="Noto Sans" panose="020B0502040504020204" pitchFamily="34"/>
                <a:cs typeface="Noto Sans" panose="020B0502040504020204" pitchFamily="34"/>
              </a:rPr>
              <a:t>Neurone Formel</a:t>
            </a:r>
            <a:endParaRPr lang="en-GB" b="1" dirty="0">
              <a:latin typeface="Noto Sans" panose="020B0502040504020204" pitchFamily="34"/>
              <a:ea typeface="Noto Sans" panose="020B0502040504020204" pitchFamily="34"/>
              <a:cs typeface="Noto Sans" panose="020B0502040504020204" pitchFamily="34"/>
            </a:endParaRPr>
          </a:p>
        </p:txBody>
      </p:sp>
      <p:sp>
        <p:nvSpPr>
          <p:cNvPr id="19" name="TextBox 12">
            <a:extLst>
              <a:ext uri="{FF2B5EF4-FFF2-40B4-BE49-F238E27FC236}">
                <a16:creationId xmlns:a16="http://schemas.microsoft.com/office/drawing/2014/main" id="{BEE77B7C-BABD-443D-A5A8-CA18A1A45026}"/>
              </a:ext>
            </a:extLst>
          </p:cNvPr>
          <p:cNvSpPr txBox="1"/>
          <p:nvPr/>
        </p:nvSpPr>
        <p:spPr>
          <a:xfrm>
            <a:off x="6746241" y="1969699"/>
            <a:ext cx="2397760" cy="646331"/>
          </a:xfrm>
          <a:prstGeom prst="rect">
            <a:avLst/>
          </a:prstGeom>
          <a:noFill/>
        </p:spPr>
        <p:txBody>
          <a:bodyPr wrap="square" rtlCol="0">
            <a:spAutoFit/>
          </a:bodyPr>
          <a:lstStyle/>
          <a:p>
            <a:pPr lvl="0">
              <a:defRPr/>
            </a:pPr>
            <a:r>
              <a:rPr lang="fr-FR" sz="1800" b="1" dirty="0">
                <a:effectLst/>
                <a:latin typeface="Times New Roman" panose="02020603050405020304" pitchFamily="18" charset="0"/>
                <a:ea typeface="Calibri" panose="020F0502020204030204" pitchFamily="34" charset="0"/>
              </a:rPr>
              <a:t>Réseaux de neurone multicouche </a:t>
            </a:r>
            <a:endParaRPr lang="en-GB" b="1" dirty="0">
              <a:latin typeface="Noto Sans" panose="020B0502040504020204" pitchFamily="34"/>
              <a:ea typeface="Noto Sans" panose="020B0502040504020204" pitchFamily="34"/>
              <a:cs typeface="Noto Sans" panose="020B0502040504020204" pitchFamily="34"/>
            </a:endParaRPr>
          </a:p>
        </p:txBody>
      </p:sp>
      <p:sp>
        <p:nvSpPr>
          <p:cNvPr id="23" name="Rectangle 22">
            <a:extLst>
              <a:ext uri="{FF2B5EF4-FFF2-40B4-BE49-F238E27FC236}">
                <a16:creationId xmlns:a16="http://schemas.microsoft.com/office/drawing/2014/main" id="{76AAE1EE-11D5-380F-CFF4-8351D5A1EF56}"/>
              </a:ext>
            </a:extLst>
          </p:cNvPr>
          <p:cNvSpPr/>
          <p:nvPr/>
        </p:nvSpPr>
        <p:spPr>
          <a:xfrm>
            <a:off x="2603511" y="108322"/>
            <a:ext cx="4437369" cy="1133225"/>
          </a:xfrm>
          <a:prstGeom prst="rect">
            <a:avLst/>
          </a:prstGeom>
          <a:solidFill>
            <a:srgbClr val="42AF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400" b="1" dirty="0">
                <a:effectLst/>
                <a:latin typeface="Times New Roman" panose="02020603050405020304" pitchFamily="18" charset="0"/>
                <a:ea typeface="Times New Roman" panose="02020603050405020304" pitchFamily="18" charset="0"/>
                <a:cs typeface="Times New Roman" panose="02020603050405020304" pitchFamily="18" charset="0"/>
              </a:rPr>
              <a:t>Réseaux de neurone Artificiel</a:t>
            </a:r>
          </a:p>
          <a:p>
            <a:pPr algn="ctr"/>
            <a:endParaRPr lang="fr-FR" sz="2400" b="1" dirty="0"/>
          </a:p>
        </p:txBody>
      </p:sp>
      <p:pic>
        <p:nvPicPr>
          <p:cNvPr id="24" name="Picture 23">
            <a:extLst>
              <a:ext uri="{FF2B5EF4-FFF2-40B4-BE49-F238E27FC236}">
                <a16:creationId xmlns:a16="http://schemas.microsoft.com/office/drawing/2014/main" id="{CAAC9EEB-1052-2A54-22D3-844229FA38DE}"/>
              </a:ext>
            </a:extLst>
          </p:cNvPr>
          <p:cNvPicPr>
            <a:picLocks noChangeAspect="1"/>
          </p:cNvPicPr>
          <p:nvPr/>
        </p:nvPicPr>
        <p:blipFill>
          <a:blip r:embed="rId3"/>
          <a:stretch>
            <a:fillRect/>
          </a:stretch>
        </p:blipFill>
        <p:spPr>
          <a:xfrm>
            <a:off x="126455" y="2161382"/>
            <a:ext cx="4143135" cy="1461621"/>
          </a:xfrm>
          <a:prstGeom prst="rect">
            <a:avLst/>
          </a:prstGeom>
        </p:spPr>
      </p:pic>
      <p:pic>
        <p:nvPicPr>
          <p:cNvPr id="25" name="Picture 24">
            <a:extLst>
              <a:ext uri="{FF2B5EF4-FFF2-40B4-BE49-F238E27FC236}">
                <a16:creationId xmlns:a16="http://schemas.microsoft.com/office/drawing/2014/main" id="{49115871-0475-00D5-FEFA-C356D6847252}"/>
              </a:ext>
            </a:extLst>
          </p:cNvPr>
          <p:cNvPicPr>
            <a:picLocks noChangeAspect="1"/>
          </p:cNvPicPr>
          <p:nvPr/>
        </p:nvPicPr>
        <p:blipFill>
          <a:blip r:embed="rId4"/>
          <a:stretch>
            <a:fillRect/>
          </a:stretch>
        </p:blipFill>
        <p:spPr>
          <a:xfrm>
            <a:off x="4601210" y="2616030"/>
            <a:ext cx="4563110" cy="2105025"/>
          </a:xfrm>
          <a:prstGeom prst="rect">
            <a:avLst/>
          </a:prstGeom>
        </p:spPr>
      </p:pic>
      <p:pic>
        <p:nvPicPr>
          <p:cNvPr id="5" name="Image 4">
            <a:extLst>
              <a:ext uri="{FF2B5EF4-FFF2-40B4-BE49-F238E27FC236}">
                <a16:creationId xmlns:a16="http://schemas.microsoft.com/office/drawing/2014/main" id="{0B0B7F8E-2C74-CB0F-1F21-353D9BAD0ECD}"/>
              </a:ext>
            </a:extLst>
          </p:cNvPr>
          <p:cNvPicPr>
            <a:picLocks noChangeAspect="1"/>
          </p:cNvPicPr>
          <p:nvPr/>
        </p:nvPicPr>
        <p:blipFill>
          <a:blip r:embed="rId5"/>
          <a:stretch>
            <a:fillRect/>
          </a:stretch>
        </p:blipFill>
        <p:spPr>
          <a:xfrm>
            <a:off x="496017" y="3792577"/>
            <a:ext cx="2667394" cy="412998"/>
          </a:xfrm>
          <a:prstGeom prst="rect">
            <a:avLst/>
          </a:prstGeom>
        </p:spPr>
      </p:pic>
      <p:sp>
        <p:nvSpPr>
          <p:cNvPr id="6" name="ZoneTexte 5">
            <a:extLst>
              <a:ext uri="{FF2B5EF4-FFF2-40B4-BE49-F238E27FC236}">
                <a16:creationId xmlns:a16="http://schemas.microsoft.com/office/drawing/2014/main" id="{E4CE9753-C22F-E934-9381-43D887537500}"/>
              </a:ext>
            </a:extLst>
          </p:cNvPr>
          <p:cNvSpPr txBox="1"/>
          <p:nvPr/>
        </p:nvSpPr>
        <p:spPr>
          <a:xfrm>
            <a:off x="354946" y="3496235"/>
            <a:ext cx="2216790" cy="338554"/>
          </a:xfrm>
          <a:prstGeom prst="rect">
            <a:avLst/>
          </a:prstGeom>
          <a:noFill/>
        </p:spPr>
        <p:txBody>
          <a:bodyPr wrap="square" rtlCol="0">
            <a:spAutoFit/>
          </a:bodyPr>
          <a:lstStyle/>
          <a:p>
            <a:r>
              <a:rPr lang="fr-FR" sz="1600" b="1" dirty="0"/>
              <a:t>Noyau</a:t>
            </a:r>
          </a:p>
        </p:txBody>
      </p:sp>
      <p:pic>
        <p:nvPicPr>
          <p:cNvPr id="8" name="Image 7">
            <a:extLst>
              <a:ext uri="{FF2B5EF4-FFF2-40B4-BE49-F238E27FC236}">
                <a16:creationId xmlns:a16="http://schemas.microsoft.com/office/drawing/2014/main" id="{34581E58-AF4D-5AF0-4C84-A750D6FDD7B7}"/>
              </a:ext>
            </a:extLst>
          </p:cNvPr>
          <p:cNvPicPr>
            <a:picLocks noChangeAspect="1"/>
          </p:cNvPicPr>
          <p:nvPr/>
        </p:nvPicPr>
        <p:blipFill>
          <a:blip r:embed="rId6"/>
          <a:stretch>
            <a:fillRect/>
          </a:stretch>
        </p:blipFill>
        <p:spPr>
          <a:xfrm>
            <a:off x="331773" y="4513353"/>
            <a:ext cx="1898036" cy="354578"/>
          </a:xfrm>
          <a:prstGeom prst="rect">
            <a:avLst/>
          </a:prstGeom>
        </p:spPr>
      </p:pic>
      <p:sp>
        <p:nvSpPr>
          <p:cNvPr id="9" name="ZoneTexte 8">
            <a:extLst>
              <a:ext uri="{FF2B5EF4-FFF2-40B4-BE49-F238E27FC236}">
                <a16:creationId xmlns:a16="http://schemas.microsoft.com/office/drawing/2014/main" id="{5C8D2D08-358C-E480-4796-30ADD65E2116}"/>
              </a:ext>
            </a:extLst>
          </p:cNvPr>
          <p:cNvSpPr txBox="1"/>
          <p:nvPr/>
        </p:nvSpPr>
        <p:spPr>
          <a:xfrm>
            <a:off x="354946" y="4174798"/>
            <a:ext cx="1920421" cy="338554"/>
          </a:xfrm>
          <a:prstGeom prst="rect">
            <a:avLst/>
          </a:prstGeom>
          <a:noFill/>
        </p:spPr>
        <p:txBody>
          <a:bodyPr wrap="square" rtlCol="0">
            <a:spAutoFit/>
          </a:bodyPr>
          <a:lstStyle/>
          <a:p>
            <a:r>
              <a:rPr lang="fr-FR" sz="1600" b="1" dirty="0"/>
              <a:t>Sortie</a:t>
            </a:r>
          </a:p>
        </p:txBody>
      </p:sp>
    </p:spTree>
    <p:extLst>
      <p:ext uri="{BB962C8B-B14F-4D97-AF65-F5344CB8AC3E}">
        <p14:creationId xmlns:p14="http://schemas.microsoft.com/office/powerpoint/2010/main" val="374920505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BF9BCA-749E-847D-C66C-411971E396CE}"/>
              </a:ext>
            </a:extLst>
          </p:cNvPr>
          <p:cNvSpPr/>
          <p:nvPr/>
        </p:nvSpPr>
        <p:spPr>
          <a:xfrm>
            <a:off x="1967231" y="258897"/>
            <a:ext cx="4419599" cy="741679"/>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645F941D-F692-28F5-B2B4-AC7523C577C6}"/>
              </a:ext>
            </a:extLst>
          </p:cNvPr>
          <p:cNvSpPr/>
          <p:nvPr/>
        </p:nvSpPr>
        <p:spPr>
          <a:xfrm>
            <a:off x="1871981" y="182474"/>
            <a:ext cx="4419599" cy="741679"/>
          </a:xfrm>
          <a:prstGeom prst="rect">
            <a:avLst/>
          </a:prstGeom>
          <a:solidFill>
            <a:srgbClr val="42AF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400" b="1" dirty="0">
                <a:effectLst/>
                <a:latin typeface="Times New Roman" panose="02020603050405020304" pitchFamily="18" charset="0"/>
                <a:ea typeface="Times New Roman" panose="02020603050405020304" pitchFamily="18" charset="0"/>
                <a:cs typeface="Times New Roman" panose="02020603050405020304" pitchFamily="18" charset="0"/>
              </a:rPr>
              <a:t>Réseaux de neurone convolutif </a:t>
            </a:r>
          </a:p>
        </p:txBody>
      </p:sp>
      <p:pic>
        <p:nvPicPr>
          <p:cNvPr id="2050" name="Picture 2">
            <a:extLst>
              <a:ext uri="{FF2B5EF4-FFF2-40B4-BE49-F238E27FC236}">
                <a16:creationId xmlns:a16="http://schemas.microsoft.com/office/drawing/2014/main" id="{F165A2A0-5263-78E7-F3CE-5CE7F3DA79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4" y="1346450"/>
            <a:ext cx="6131142" cy="358961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B121172D-C91E-5789-D213-37B52C25BDC7}"/>
              </a:ext>
            </a:extLst>
          </p:cNvPr>
          <p:cNvPicPr>
            <a:picLocks noChangeAspect="1"/>
          </p:cNvPicPr>
          <p:nvPr/>
        </p:nvPicPr>
        <p:blipFill>
          <a:blip r:embed="rId4"/>
          <a:stretch>
            <a:fillRect/>
          </a:stretch>
        </p:blipFill>
        <p:spPr>
          <a:xfrm>
            <a:off x="6139815" y="2571750"/>
            <a:ext cx="3004185" cy="1056005"/>
          </a:xfrm>
          <a:prstGeom prst="rect">
            <a:avLst/>
          </a:prstGeom>
        </p:spPr>
      </p:pic>
    </p:spTree>
    <p:extLst>
      <p:ext uri="{BB962C8B-B14F-4D97-AF65-F5344CB8AC3E}">
        <p14:creationId xmlns:p14="http://schemas.microsoft.com/office/powerpoint/2010/main" val="285925503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ACD94-4F0B-4CED-2D89-AAD171CFDEA0}"/>
            </a:ext>
          </a:extLst>
        </p:cNvPr>
        <p:cNvGrpSpPr/>
        <p:nvPr/>
      </p:nvGrpSpPr>
      <p:grpSpPr>
        <a:xfrm>
          <a:off x="0" y="0"/>
          <a:ext cx="0" cy="0"/>
          <a:chOff x="0" y="0"/>
          <a:chExt cx="0" cy="0"/>
        </a:xfrm>
      </p:grpSpPr>
      <p:sp>
        <p:nvSpPr>
          <p:cNvPr id="10" name="Ellipse 9">
            <a:extLst>
              <a:ext uri="{FF2B5EF4-FFF2-40B4-BE49-F238E27FC236}">
                <a16:creationId xmlns:a16="http://schemas.microsoft.com/office/drawing/2014/main" id="{912756A8-C207-0DDD-ACFA-0C906E564F64}"/>
              </a:ext>
            </a:extLst>
          </p:cNvPr>
          <p:cNvSpPr/>
          <p:nvPr/>
        </p:nvSpPr>
        <p:spPr>
          <a:xfrm>
            <a:off x="542925" y="4102554"/>
            <a:ext cx="2419350" cy="28575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a:extLst>
              <a:ext uri="{FF2B5EF4-FFF2-40B4-BE49-F238E27FC236}">
                <a16:creationId xmlns:a16="http://schemas.microsoft.com/office/drawing/2014/main" id="{2D8A3D4C-9EEA-47B7-E10D-54942F8AA791}"/>
              </a:ext>
            </a:extLst>
          </p:cNvPr>
          <p:cNvSpPr>
            <a:spLocks noGrp="1"/>
          </p:cNvSpPr>
          <p:nvPr>
            <p:ph type="title"/>
          </p:nvPr>
        </p:nvSpPr>
        <p:spPr>
          <a:xfrm>
            <a:off x="3722915" y="1178380"/>
            <a:ext cx="5421085" cy="3273878"/>
          </a:xfrm>
        </p:spPr>
        <p:txBody>
          <a:bodyPr/>
          <a:lstStyle/>
          <a:p>
            <a:pPr algn="ctr"/>
            <a:br>
              <a:rPr lang="fr-FR" sz="3200" dirty="0">
                <a:solidFill>
                  <a:srgbClr val="FF0000"/>
                </a:solidFill>
                <a:latin typeface="Times New Roman" panose="02020603050405020304" pitchFamily="18" charset="0"/>
                <a:cs typeface="Times New Roman" panose="02020603050405020304" pitchFamily="18" charset="0"/>
              </a:rPr>
            </a:br>
            <a:r>
              <a:rPr lang="fr-FR" sz="3200" dirty="0">
                <a:solidFill>
                  <a:srgbClr val="FF0000"/>
                </a:solidFill>
                <a:latin typeface="Times New Roman" panose="02020603050405020304" pitchFamily="18" charset="0"/>
                <a:cs typeface="Times New Roman" panose="02020603050405020304" pitchFamily="18" charset="0"/>
              </a:rPr>
              <a:t>CHAPITRE 3</a:t>
            </a:r>
            <a:br>
              <a:rPr lang="fr-FR" sz="3200" dirty="0">
                <a:latin typeface="Times New Roman" panose="02020603050405020304" pitchFamily="18" charset="0"/>
                <a:cs typeface="Times New Roman" panose="02020603050405020304" pitchFamily="18" charset="0"/>
              </a:rPr>
            </a:br>
            <a:r>
              <a:rPr lang="fr-FR" sz="3600" b="1" dirty="0">
                <a:latin typeface="Times New Roman" panose="02020603050405020304" pitchFamily="18" charset="0"/>
                <a:ea typeface="Fira Sans"/>
                <a:cs typeface="Times New Roman" panose="02020603050405020304" pitchFamily="18" charset="0"/>
                <a:sym typeface="Fira Sans"/>
              </a:rPr>
              <a:t>Réalisation du système contrôlé par des gestes de la main</a:t>
            </a:r>
            <a:br>
              <a:rPr lang="fr-FR" sz="3600" b="1" dirty="0">
                <a:latin typeface="Times New Roman" panose="02020603050405020304" pitchFamily="18" charset="0"/>
                <a:ea typeface="Fira Sans"/>
                <a:cs typeface="Times New Roman" panose="02020603050405020304" pitchFamily="18" charset="0"/>
                <a:sym typeface="Fira Sans"/>
              </a:rPr>
            </a:br>
            <a:br>
              <a:rPr lang="fr-FR" sz="3600" b="1" dirty="0">
                <a:latin typeface="Times New Roman" panose="02020603050405020304" pitchFamily="18" charset="0"/>
                <a:ea typeface="Fira Sans"/>
                <a:cs typeface="Times New Roman" panose="02020603050405020304" pitchFamily="18" charset="0"/>
                <a:sym typeface="Fira Sans"/>
              </a:rPr>
            </a:br>
            <a:br>
              <a:rPr lang="fr-FR" sz="3600" b="1" dirty="0">
                <a:latin typeface="Times New Roman" panose="02020603050405020304" pitchFamily="18" charset="0"/>
                <a:ea typeface="Fira Sans"/>
                <a:cs typeface="Times New Roman" panose="02020603050405020304" pitchFamily="18" charset="0"/>
                <a:sym typeface="Fira Sans"/>
              </a:rPr>
            </a:br>
            <a:br>
              <a:rPr lang="fr-FR" sz="2000" dirty="0">
                <a:latin typeface="Times New Roman" panose="02020603050405020304" pitchFamily="18" charset="0"/>
                <a:cs typeface="Times New Roman" panose="02020603050405020304" pitchFamily="18" charset="0"/>
              </a:rPr>
            </a:br>
            <a:br>
              <a:rPr lang="fr-FR" sz="2000" dirty="0">
                <a:latin typeface="Times New Roman" panose="02020603050405020304" pitchFamily="18" charset="0"/>
                <a:cs typeface="Times New Roman" panose="02020603050405020304" pitchFamily="18" charset="0"/>
              </a:rPr>
            </a:br>
            <a:endParaRPr lang="fr-FR" sz="2000" dirty="0">
              <a:latin typeface="Times New Roman" panose="02020603050405020304" pitchFamily="18" charset="0"/>
              <a:cs typeface="Times New Roman" panose="02020603050405020304" pitchFamily="18" charset="0"/>
            </a:endParaRPr>
          </a:p>
        </p:txBody>
      </p:sp>
      <p:pic>
        <p:nvPicPr>
          <p:cNvPr id="4" name="Graphique 3" descr="Main levée">
            <a:extLst>
              <a:ext uri="{FF2B5EF4-FFF2-40B4-BE49-F238E27FC236}">
                <a16:creationId xmlns:a16="http://schemas.microsoft.com/office/drawing/2014/main" id="{899CAEF0-B76C-817A-84C3-353C1AF818A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4171" y="898071"/>
            <a:ext cx="3626303" cy="3626303"/>
          </a:xfrm>
          <a:prstGeom prst="rect">
            <a:avLst/>
          </a:prstGeom>
        </p:spPr>
      </p:pic>
      <p:sp>
        <p:nvSpPr>
          <p:cNvPr id="11" name="Ellipse 10">
            <a:extLst>
              <a:ext uri="{FF2B5EF4-FFF2-40B4-BE49-F238E27FC236}">
                <a16:creationId xmlns:a16="http://schemas.microsoft.com/office/drawing/2014/main" id="{4E0F94BF-FF11-9F01-3F2D-3FAC61F5A43F}"/>
              </a:ext>
            </a:extLst>
          </p:cNvPr>
          <p:cNvSpPr/>
          <p:nvPr/>
        </p:nvSpPr>
        <p:spPr>
          <a:xfrm>
            <a:off x="8569543" y="122919"/>
            <a:ext cx="457199" cy="470216"/>
          </a:xfrm>
          <a:prstGeom prst="ellipse">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800" b="1" dirty="0"/>
              <a:t>9</a:t>
            </a:r>
          </a:p>
        </p:txBody>
      </p:sp>
    </p:spTree>
    <p:extLst>
      <p:ext uri="{BB962C8B-B14F-4D97-AF65-F5344CB8AC3E}">
        <p14:creationId xmlns:p14="http://schemas.microsoft.com/office/powerpoint/2010/main" val="422656529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object 2">
            <a:extLst>
              <a:ext uri="{FF2B5EF4-FFF2-40B4-BE49-F238E27FC236}">
                <a16:creationId xmlns:a16="http://schemas.microsoft.com/office/drawing/2014/main" id="{0D49B471-5D35-8E42-B064-BAB7B4E745F2}"/>
              </a:ext>
            </a:extLst>
          </p:cNvPr>
          <p:cNvSpPr txBox="1">
            <a:spLocks/>
          </p:cNvSpPr>
          <p:nvPr/>
        </p:nvSpPr>
        <p:spPr>
          <a:xfrm>
            <a:off x="529778" y="0"/>
            <a:ext cx="9303643" cy="574040"/>
          </a:xfrm>
          <a:prstGeom prst="rect">
            <a:avLst/>
          </a:prstGeom>
        </p:spPr>
        <p:txBody>
          <a:bodyPr vert="horz" wrap="square" lIns="0" tIns="12700" rIns="0" bIns="0" rtlCol="0">
            <a:spAutoFit/>
          </a:bodyPr>
          <a:lstStyle>
            <a:lvl1pPr>
              <a:defRPr sz="3600" b="1" i="0">
                <a:solidFill>
                  <a:srgbClr val="1A365C"/>
                </a:solidFill>
                <a:latin typeface="Liberation Serif"/>
                <a:ea typeface="+mj-ea"/>
                <a:cs typeface="Liberation Serif"/>
              </a:defRPr>
            </a:lvl1pPr>
          </a:lstStyle>
          <a:p>
            <a:pPr marL="988694" marR="0" lvl="0" indent="0" defTabSz="914400" eaLnBrk="1" fontAlgn="auto" latinLnBrk="0" hangingPunct="1">
              <a:lnSpc>
                <a:spcPct val="100000"/>
              </a:lnSpc>
              <a:spcBef>
                <a:spcPts val="100"/>
              </a:spcBef>
              <a:spcAft>
                <a:spcPts val="0"/>
              </a:spcAft>
              <a:buClrTx/>
              <a:buSzTx/>
              <a:buFontTx/>
              <a:buNone/>
              <a:tabLst/>
              <a:defRPr/>
            </a:pPr>
            <a:r>
              <a:rPr kumimoji="0" lang="fr-FR" sz="3450" b="1" i="0" u="none" strike="noStrike" kern="0" cap="none" spc="0" normalizeH="0" baseline="0" noProof="0">
                <a:ln>
                  <a:noFill/>
                </a:ln>
                <a:solidFill>
                  <a:srgbClr val="1A365C"/>
                </a:solidFill>
                <a:effectLst/>
                <a:uLnTx/>
                <a:uFillTx/>
                <a:latin typeface="Liberation Serif"/>
                <a:ea typeface="+mj-ea"/>
              </a:rPr>
              <a:t>Principe</a:t>
            </a:r>
            <a:r>
              <a:rPr kumimoji="0" lang="fr-FR" sz="3450" b="1" i="0" u="none" strike="noStrike" kern="0" cap="none" spc="-35" normalizeH="0" baseline="0" noProof="0">
                <a:ln>
                  <a:noFill/>
                </a:ln>
                <a:solidFill>
                  <a:srgbClr val="1A365C"/>
                </a:solidFill>
                <a:effectLst/>
                <a:uLnTx/>
                <a:uFillTx/>
                <a:latin typeface="Liberation Serif"/>
                <a:ea typeface="+mj-ea"/>
              </a:rPr>
              <a:t> </a:t>
            </a:r>
            <a:r>
              <a:rPr kumimoji="0" lang="fr-FR" sz="3450" b="1" i="0" u="none" strike="noStrike" kern="0" cap="none" spc="0" normalizeH="0" baseline="0" noProof="0">
                <a:ln>
                  <a:noFill/>
                </a:ln>
                <a:solidFill>
                  <a:srgbClr val="1A365C"/>
                </a:solidFill>
                <a:effectLst/>
                <a:uLnTx/>
                <a:uFillTx/>
                <a:latin typeface="Liberation Serif"/>
                <a:ea typeface="+mj-ea"/>
              </a:rPr>
              <a:t>de</a:t>
            </a:r>
            <a:r>
              <a:rPr kumimoji="0" lang="fr-FR" sz="3450" b="1" i="0" u="none" strike="noStrike" kern="0" cap="none" spc="-30" normalizeH="0" baseline="0" noProof="0">
                <a:ln>
                  <a:noFill/>
                </a:ln>
                <a:solidFill>
                  <a:srgbClr val="1A365C"/>
                </a:solidFill>
                <a:effectLst/>
                <a:uLnTx/>
                <a:uFillTx/>
                <a:latin typeface="Liberation Serif"/>
                <a:ea typeface="+mj-ea"/>
              </a:rPr>
              <a:t> </a:t>
            </a:r>
            <a:r>
              <a:rPr kumimoji="0" lang="fr-FR" sz="3450" b="1" i="0" u="none" strike="noStrike" kern="0" cap="none" spc="0" normalizeH="0" baseline="0" noProof="0">
                <a:ln>
                  <a:noFill/>
                </a:ln>
                <a:solidFill>
                  <a:srgbClr val="1A365C"/>
                </a:solidFill>
                <a:effectLst/>
                <a:uLnTx/>
                <a:uFillTx/>
                <a:latin typeface="Liberation Serif"/>
                <a:ea typeface="+mj-ea"/>
              </a:rPr>
              <a:t>fonctionnement</a:t>
            </a:r>
            <a:r>
              <a:rPr kumimoji="0" lang="fr-FR" sz="3450" b="1" i="0" u="none" strike="noStrike" kern="0" cap="none" spc="-30" normalizeH="0" baseline="0" noProof="0">
                <a:ln>
                  <a:noFill/>
                </a:ln>
                <a:solidFill>
                  <a:srgbClr val="1A365C"/>
                </a:solidFill>
                <a:effectLst/>
                <a:uLnTx/>
                <a:uFillTx/>
                <a:latin typeface="Liberation Serif"/>
                <a:ea typeface="+mj-ea"/>
              </a:rPr>
              <a:t> </a:t>
            </a:r>
            <a:r>
              <a:rPr kumimoji="0" lang="fr-FR" sz="3450" b="1" i="0" u="none" strike="noStrike" kern="0" cap="none" spc="0" normalizeH="0" baseline="0" noProof="0">
                <a:ln>
                  <a:noFill/>
                </a:ln>
                <a:solidFill>
                  <a:srgbClr val="1A365C"/>
                </a:solidFill>
                <a:effectLst/>
                <a:uLnTx/>
                <a:uFillTx/>
                <a:latin typeface="Liberation Serif"/>
                <a:ea typeface="+mj-ea"/>
              </a:rPr>
              <a:t>du</a:t>
            </a:r>
            <a:r>
              <a:rPr kumimoji="0" lang="fr-FR" sz="3450" b="1" i="0" u="none" strike="noStrike" kern="0" cap="none" spc="-30" normalizeH="0" baseline="0" noProof="0">
                <a:ln>
                  <a:noFill/>
                </a:ln>
                <a:solidFill>
                  <a:srgbClr val="1A365C"/>
                </a:solidFill>
                <a:effectLst/>
                <a:uLnTx/>
                <a:uFillTx/>
                <a:latin typeface="Liberation Serif"/>
                <a:ea typeface="+mj-ea"/>
              </a:rPr>
              <a:t> </a:t>
            </a:r>
            <a:r>
              <a:rPr kumimoji="0" lang="fr-FR" sz="3450" b="1" i="0" u="none" strike="noStrike" kern="0" cap="none" spc="-10" normalizeH="0" baseline="0" noProof="0">
                <a:ln>
                  <a:noFill/>
                </a:ln>
                <a:solidFill>
                  <a:srgbClr val="1A365C"/>
                </a:solidFill>
                <a:effectLst/>
                <a:uLnTx/>
                <a:uFillTx/>
                <a:latin typeface="Liberation Serif"/>
                <a:ea typeface="+mj-ea"/>
              </a:rPr>
              <a:t>système</a:t>
            </a:r>
            <a:endParaRPr kumimoji="0" lang="fr-FR" sz="3450" b="1" i="0" u="none" strike="noStrike" kern="0" cap="none" spc="0" normalizeH="0" baseline="0" noProof="0">
              <a:ln>
                <a:noFill/>
              </a:ln>
              <a:solidFill>
                <a:srgbClr val="1A365C"/>
              </a:solidFill>
              <a:effectLst/>
              <a:uLnTx/>
              <a:uFillTx/>
              <a:latin typeface="Liberation Serif"/>
              <a:ea typeface="+mj-ea"/>
            </a:endParaRPr>
          </a:p>
        </p:txBody>
      </p:sp>
      <p:sp>
        <p:nvSpPr>
          <p:cNvPr id="170" name="object 3">
            <a:extLst>
              <a:ext uri="{FF2B5EF4-FFF2-40B4-BE49-F238E27FC236}">
                <a16:creationId xmlns:a16="http://schemas.microsoft.com/office/drawing/2014/main" id="{AFB2098A-6D61-F26F-1E80-F9F1C662789B}"/>
              </a:ext>
            </a:extLst>
          </p:cNvPr>
          <p:cNvSpPr txBox="1"/>
          <p:nvPr/>
        </p:nvSpPr>
        <p:spPr>
          <a:xfrm>
            <a:off x="261257" y="0"/>
            <a:ext cx="1208314" cy="845743"/>
          </a:xfrm>
          <a:prstGeom prst="rect">
            <a:avLst/>
          </a:prstGeom>
        </p:spPr>
        <p:txBody>
          <a:bodyPr vert="horz" wrap="square" lIns="0" tIns="14604" rIns="0" bIns="0" rtlCol="0">
            <a:spAutoFit/>
          </a:bodyPr>
          <a:lstStyle/>
          <a:p>
            <a:pPr marL="12700">
              <a:spcBef>
                <a:spcPts val="114"/>
              </a:spcBef>
              <a:buClrTx/>
              <a:buFontTx/>
              <a:buNone/>
            </a:pPr>
            <a:r>
              <a:rPr lang="fr-FR" sz="2850" spc="965" dirty="0">
                <a:solidFill>
                  <a:srgbClr val="2B5281"/>
                </a:solidFill>
                <a:latin typeface="Arial Black"/>
                <a:cs typeface="Arial Black"/>
              </a:rPr>
              <a:t>  </a:t>
            </a:r>
            <a:r>
              <a:rPr sz="2850" spc="-55" dirty="0">
                <a:solidFill>
                  <a:srgbClr val="2B5281"/>
                </a:solidFill>
                <a:latin typeface="Arial Black"/>
                <a:cs typeface="Arial Black"/>
              </a:rPr>
              <a:t> </a:t>
            </a:r>
            <a:r>
              <a:rPr sz="2550" b="1" spc="-120" dirty="0">
                <a:solidFill>
                  <a:srgbClr val="2B5281"/>
                </a:solidFill>
                <a:latin typeface="Liberation Serif"/>
                <a:cs typeface="Liberation Serif"/>
              </a:rPr>
              <a:t>Pipeline</a:t>
            </a:r>
            <a:endParaRPr sz="2550" dirty="0">
              <a:solidFill>
                <a:sysClr val="windowText" lastClr="000000"/>
              </a:solidFill>
              <a:latin typeface="Liberation Serif"/>
              <a:cs typeface="Liberation Serif"/>
            </a:endParaRPr>
          </a:p>
        </p:txBody>
      </p:sp>
      <p:sp>
        <p:nvSpPr>
          <p:cNvPr id="190" name="object 23">
            <a:extLst>
              <a:ext uri="{FF2B5EF4-FFF2-40B4-BE49-F238E27FC236}">
                <a16:creationId xmlns:a16="http://schemas.microsoft.com/office/drawing/2014/main" id="{2CA68010-E599-B885-3C5D-7EE11AE10FB4}"/>
              </a:ext>
            </a:extLst>
          </p:cNvPr>
          <p:cNvSpPr txBox="1"/>
          <p:nvPr/>
        </p:nvSpPr>
        <p:spPr>
          <a:xfrm>
            <a:off x="-547006" y="1851134"/>
            <a:ext cx="4387486" cy="454612"/>
          </a:xfrm>
          <a:prstGeom prst="rect">
            <a:avLst/>
          </a:prstGeom>
        </p:spPr>
        <p:txBody>
          <a:bodyPr vert="horz" wrap="square" lIns="0" tIns="15875" rIns="0" bIns="0" rtlCol="0">
            <a:spAutoFit/>
          </a:bodyPr>
          <a:lstStyle/>
          <a:p>
            <a:pPr marL="12700">
              <a:spcBef>
                <a:spcPts val="125"/>
              </a:spcBef>
              <a:buClrTx/>
              <a:buFontTx/>
              <a:buNone/>
            </a:pPr>
            <a:r>
              <a:rPr lang="fr-FR" sz="2850" b="1" spc="540" dirty="0">
                <a:solidFill>
                  <a:srgbClr val="2B5281"/>
                </a:solidFill>
                <a:latin typeface="Arial Black"/>
                <a:cs typeface="Liberation Serif"/>
              </a:rPr>
              <a:t>   </a:t>
            </a:r>
            <a:r>
              <a:rPr sz="2550" b="1" spc="-10" dirty="0">
                <a:solidFill>
                  <a:srgbClr val="2B5281"/>
                </a:solidFill>
                <a:latin typeface="Liberation Serif"/>
                <a:cs typeface="Liberation Serif"/>
              </a:rPr>
              <a:t>Architecture</a:t>
            </a:r>
            <a:r>
              <a:rPr sz="2550" b="1" spc="-30" dirty="0">
                <a:solidFill>
                  <a:srgbClr val="2B5281"/>
                </a:solidFill>
                <a:latin typeface="Liberation Serif"/>
                <a:cs typeface="Liberation Serif"/>
              </a:rPr>
              <a:t> </a:t>
            </a:r>
            <a:r>
              <a:rPr sz="2550" b="1" dirty="0">
                <a:solidFill>
                  <a:srgbClr val="2B5281"/>
                </a:solidFill>
                <a:latin typeface="Liberation Serif"/>
                <a:cs typeface="Liberation Serif"/>
              </a:rPr>
              <a:t>du</a:t>
            </a:r>
            <a:r>
              <a:rPr sz="2550" b="1" spc="-30" dirty="0">
                <a:solidFill>
                  <a:srgbClr val="2B5281"/>
                </a:solidFill>
                <a:latin typeface="Liberation Serif"/>
                <a:cs typeface="Liberation Serif"/>
              </a:rPr>
              <a:t> </a:t>
            </a:r>
            <a:r>
              <a:rPr lang="fr-FR" sz="2550" b="1" spc="-125" dirty="0">
                <a:solidFill>
                  <a:srgbClr val="2B5281"/>
                </a:solidFill>
                <a:latin typeface="Liberation Serif"/>
                <a:cs typeface="Liberation Serif"/>
              </a:rPr>
              <a:t>CNN </a:t>
            </a:r>
            <a:endParaRPr sz="2550" dirty="0">
              <a:solidFill>
                <a:sysClr val="windowText" lastClr="000000"/>
              </a:solidFill>
              <a:latin typeface="Liberation Serif"/>
              <a:cs typeface="Liberation Serif"/>
            </a:endParaRPr>
          </a:p>
        </p:txBody>
      </p:sp>
      <p:pic>
        <p:nvPicPr>
          <p:cNvPr id="225" name="Image 224">
            <a:extLst>
              <a:ext uri="{FF2B5EF4-FFF2-40B4-BE49-F238E27FC236}">
                <a16:creationId xmlns:a16="http://schemas.microsoft.com/office/drawing/2014/main" id="{8DD972ED-53DF-B347-508A-E466990900CF}"/>
              </a:ext>
            </a:extLst>
          </p:cNvPr>
          <p:cNvPicPr>
            <a:picLocks noChangeAspect="1"/>
          </p:cNvPicPr>
          <p:nvPr/>
        </p:nvPicPr>
        <p:blipFill>
          <a:blip r:embed="rId3"/>
          <a:stretch>
            <a:fillRect/>
          </a:stretch>
        </p:blipFill>
        <p:spPr>
          <a:xfrm>
            <a:off x="7341" y="848939"/>
            <a:ext cx="1744198" cy="981212"/>
          </a:xfrm>
          <a:prstGeom prst="rect">
            <a:avLst/>
          </a:prstGeom>
        </p:spPr>
      </p:pic>
      <p:pic>
        <p:nvPicPr>
          <p:cNvPr id="227" name="Image 226">
            <a:extLst>
              <a:ext uri="{FF2B5EF4-FFF2-40B4-BE49-F238E27FC236}">
                <a16:creationId xmlns:a16="http://schemas.microsoft.com/office/drawing/2014/main" id="{D63DE3CF-7465-6C00-1EB4-670822848534}"/>
              </a:ext>
            </a:extLst>
          </p:cNvPr>
          <p:cNvPicPr>
            <a:picLocks noChangeAspect="1"/>
          </p:cNvPicPr>
          <p:nvPr/>
        </p:nvPicPr>
        <p:blipFill>
          <a:blip r:embed="rId4"/>
          <a:stretch>
            <a:fillRect/>
          </a:stretch>
        </p:blipFill>
        <p:spPr>
          <a:xfrm>
            <a:off x="2336696" y="837256"/>
            <a:ext cx="1876687" cy="1038370"/>
          </a:xfrm>
          <a:prstGeom prst="rect">
            <a:avLst/>
          </a:prstGeom>
        </p:spPr>
      </p:pic>
      <p:pic>
        <p:nvPicPr>
          <p:cNvPr id="229" name="Image 228">
            <a:extLst>
              <a:ext uri="{FF2B5EF4-FFF2-40B4-BE49-F238E27FC236}">
                <a16:creationId xmlns:a16="http://schemas.microsoft.com/office/drawing/2014/main" id="{041505EA-1611-9B20-878D-FC8ED6FF9E65}"/>
              </a:ext>
            </a:extLst>
          </p:cNvPr>
          <p:cNvPicPr>
            <a:picLocks noChangeAspect="1"/>
          </p:cNvPicPr>
          <p:nvPr/>
        </p:nvPicPr>
        <p:blipFill>
          <a:blip r:embed="rId5"/>
          <a:stretch>
            <a:fillRect/>
          </a:stretch>
        </p:blipFill>
        <p:spPr>
          <a:xfrm>
            <a:off x="4930619" y="762854"/>
            <a:ext cx="1733792" cy="981212"/>
          </a:xfrm>
          <a:prstGeom prst="rect">
            <a:avLst/>
          </a:prstGeom>
        </p:spPr>
      </p:pic>
      <p:cxnSp>
        <p:nvCxnSpPr>
          <p:cNvPr id="233" name="Connecteur droit avec flèche 232">
            <a:extLst>
              <a:ext uri="{FF2B5EF4-FFF2-40B4-BE49-F238E27FC236}">
                <a16:creationId xmlns:a16="http://schemas.microsoft.com/office/drawing/2014/main" id="{0EA8A909-9221-C85F-0613-78AB5AF47B6C}"/>
              </a:ext>
            </a:extLst>
          </p:cNvPr>
          <p:cNvCxnSpPr>
            <a:cxnSpLocks/>
            <a:stCxn id="225" idx="3"/>
          </p:cNvCxnSpPr>
          <p:nvPr/>
        </p:nvCxnSpPr>
        <p:spPr>
          <a:xfrm flipV="1">
            <a:off x="1751539" y="1338789"/>
            <a:ext cx="720926" cy="7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4" name="Connecteur droit avec flèche 233">
            <a:extLst>
              <a:ext uri="{FF2B5EF4-FFF2-40B4-BE49-F238E27FC236}">
                <a16:creationId xmlns:a16="http://schemas.microsoft.com/office/drawing/2014/main" id="{84D4C06E-FA21-73DA-12F0-CAC4D07110DD}"/>
              </a:ext>
            </a:extLst>
          </p:cNvPr>
          <p:cNvCxnSpPr/>
          <p:nvPr/>
        </p:nvCxnSpPr>
        <p:spPr>
          <a:xfrm flipV="1">
            <a:off x="4145835" y="1379662"/>
            <a:ext cx="720926" cy="7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Connecteur droit avec flèche 234">
            <a:extLst>
              <a:ext uri="{FF2B5EF4-FFF2-40B4-BE49-F238E27FC236}">
                <a16:creationId xmlns:a16="http://schemas.microsoft.com/office/drawing/2014/main" id="{FC6A89FD-461A-55F9-E209-D859D03814CB}"/>
              </a:ext>
            </a:extLst>
          </p:cNvPr>
          <p:cNvCxnSpPr/>
          <p:nvPr/>
        </p:nvCxnSpPr>
        <p:spPr>
          <a:xfrm flipV="1">
            <a:off x="6660721" y="1356441"/>
            <a:ext cx="720926" cy="7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6" name="ZoneTexte 235">
            <a:extLst>
              <a:ext uri="{FF2B5EF4-FFF2-40B4-BE49-F238E27FC236}">
                <a16:creationId xmlns:a16="http://schemas.microsoft.com/office/drawing/2014/main" id="{54FB25F7-30D8-C434-F5CB-E7F0BFFABC5C}"/>
              </a:ext>
            </a:extLst>
          </p:cNvPr>
          <p:cNvSpPr txBox="1"/>
          <p:nvPr/>
        </p:nvSpPr>
        <p:spPr>
          <a:xfrm>
            <a:off x="1657417" y="1063890"/>
            <a:ext cx="905890" cy="253916"/>
          </a:xfrm>
          <a:prstGeom prst="rect">
            <a:avLst/>
          </a:prstGeom>
          <a:noFill/>
        </p:spPr>
        <p:txBody>
          <a:bodyPr wrap="square" rtlCol="0">
            <a:spAutoFit/>
          </a:bodyPr>
          <a:lstStyle/>
          <a:p>
            <a:r>
              <a:rPr lang="fr-FR" sz="1050" dirty="0" err="1">
                <a:latin typeface="Times New Roman" panose="02020603050405020304" pitchFamily="18" charset="0"/>
                <a:cs typeface="Times New Roman" panose="02020603050405020304" pitchFamily="18" charset="0"/>
              </a:rPr>
              <a:t>Acquistion</a:t>
            </a:r>
            <a:endParaRPr lang="fr-FR" sz="1050" dirty="0">
              <a:latin typeface="Times New Roman" panose="02020603050405020304" pitchFamily="18" charset="0"/>
              <a:cs typeface="Times New Roman" panose="02020603050405020304" pitchFamily="18" charset="0"/>
            </a:endParaRPr>
          </a:p>
        </p:txBody>
      </p:sp>
      <p:sp>
        <p:nvSpPr>
          <p:cNvPr id="239" name="ZoneTexte 238">
            <a:extLst>
              <a:ext uri="{FF2B5EF4-FFF2-40B4-BE49-F238E27FC236}">
                <a16:creationId xmlns:a16="http://schemas.microsoft.com/office/drawing/2014/main" id="{F3B70668-3523-FFBE-16AA-BD1C93A39A41}"/>
              </a:ext>
            </a:extLst>
          </p:cNvPr>
          <p:cNvSpPr txBox="1"/>
          <p:nvPr/>
        </p:nvSpPr>
        <p:spPr>
          <a:xfrm>
            <a:off x="4001830" y="1126502"/>
            <a:ext cx="1069521" cy="253916"/>
          </a:xfrm>
          <a:prstGeom prst="rect">
            <a:avLst/>
          </a:prstGeom>
          <a:noFill/>
        </p:spPr>
        <p:txBody>
          <a:bodyPr wrap="square" rtlCol="0">
            <a:spAutoFit/>
          </a:bodyPr>
          <a:lstStyle/>
          <a:p>
            <a:r>
              <a:rPr lang="fr-FR" sz="1050" dirty="0">
                <a:latin typeface="Times New Roman" panose="02020603050405020304" pitchFamily="18" charset="0"/>
                <a:cs typeface="Times New Roman" panose="02020603050405020304" pitchFamily="18" charset="0"/>
              </a:rPr>
              <a:t>Transformation</a:t>
            </a:r>
          </a:p>
        </p:txBody>
      </p:sp>
      <p:sp>
        <p:nvSpPr>
          <p:cNvPr id="240" name="ZoneTexte 239">
            <a:extLst>
              <a:ext uri="{FF2B5EF4-FFF2-40B4-BE49-F238E27FC236}">
                <a16:creationId xmlns:a16="http://schemas.microsoft.com/office/drawing/2014/main" id="{72B23A3B-DADA-97F0-76FC-29E16F4F2181}"/>
              </a:ext>
            </a:extLst>
          </p:cNvPr>
          <p:cNvSpPr txBox="1"/>
          <p:nvPr/>
        </p:nvSpPr>
        <p:spPr>
          <a:xfrm>
            <a:off x="6494581" y="1065241"/>
            <a:ext cx="1179850" cy="253916"/>
          </a:xfrm>
          <a:prstGeom prst="rect">
            <a:avLst/>
          </a:prstGeom>
          <a:noFill/>
        </p:spPr>
        <p:txBody>
          <a:bodyPr wrap="square" rtlCol="0">
            <a:spAutoFit/>
          </a:bodyPr>
          <a:lstStyle/>
          <a:p>
            <a:r>
              <a:rPr lang="fr-FR" sz="1050" dirty="0">
                <a:latin typeface="Times New Roman" panose="02020603050405020304" pitchFamily="18" charset="0"/>
                <a:cs typeface="Times New Roman" panose="02020603050405020304" pitchFamily="18" charset="0"/>
              </a:rPr>
              <a:t>Classification</a:t>
            </a:r>
          </a:p>
        </p:txBody>
      </p:sp>
      <p:pic>
        <p:nvPicPr>
          <p:cNvPr id="242" name="Image 241">
            <a:extLst>
              <a:ext uri="{FF2B5EF4-FFF2-40B4-BE49-F238E27FC236}">
                <a16:creationId xmlns:a16="http://schemas.microsoft.com/office/drawing/2014/main" id="{EE41DFF1-9FF0-8075-6A22-7F6B356400DB}"/>
              </a:ext>
            </a:extLst>
          </p:cNvPr>
          <p:cNvPicPr>
            <a:picLocks noChangeAspect="1"/>
          </p:cNvPicPr>
          <p:nvPr/>
        </p:nvPicPr>
        <p:blipFill>
          <a:blip r:embed="rId6"/>
          <a:stretch>
            <a:fillRect/>
          </a:stretch>
        </p:blipFill>
        <p:spPr>
          <a:xfrm>
            <a:off x="24308" y="3756303"/>
            <a:ext cx="9144000" cy="1500929"/>
          </a:xfrm>
          <a:prstGeom prst="rect">
            <a:avLst/>
          </a:prstGeom>
        </p:spPr>
      </p:pic>
      <p:pic>
        <p:nvPicPr>
          <p:cNvPr id="2" name="Picture 163">
            <a:extLst>
              <a:ext uri="{FF2B5EF4-FFF2-40B4-BE49-F238E27FC236}">
                <a16:creationId xmlns:a16="http://schemas.microsoft.com/office/drawing/2014/main" id="{41EC5BED-CF5A-34BB-B7CB-450BEC8BB814}"/>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785940" y="2018312"/>
            <a:ext cx="5435600" cy="1605280"/>
          </a:xfrm>
          <a:prstGeom prst="rect">
            <a:avLst/>
          </a:prstGeom>
          <a:noFill/>
          <a:ln>
            <a:noFill/>
          </a:ln>
        </p:spPr>
      </p:pic>
      <p:pic>
        <p:nvPicPr>
          <p:cNvPr id="5" name="Image 4">
            <a:extLst>
              <a:ext uri="{FF2B5EF4-FFF2-40B4-BE49-F238E27FC236}">
                <a16:creationId xmlns:a16="http://schemas.microsoft.com/office/drawing/2014/main" id="{A5EAAD4C-D5C8-E2D3-8E6B-5D51DD67A853}"/>
              </a:ext>
            </a:extLst>
          </p:cNvPr>
          <p:cNvPicPr>
            <a:picLocks noChangeAspect="1"/>
          </p:cNvPicPr>
          <p:nvPr/>
        </p:nvPicPr>
        <p:blipFill>
          <a:blip r:embed="rId8"/>
          <a:stretch>
            <a:fillRect/>
          </a:stretch>
        </p:blipFill>
        <p:spPr>
          <a:xfrm>
            <a:off x="7556031" y="845743"/>
            <a:ext cx="876422" cy="847843"/>
          </a:xfrm>
          <a:prstGeom prst="rect">
            <a:avLst/>
          </a:prstGeom>
        </p:spPr>
      </p:pic>
      <p:pic>
        <p:nvPicPr>
          <p:cNvPr id="9" name="Image 8">
            <a:extLst>
              <a:ext uri="{FF2B5EF4-FFF2-40B4-BE49-F238E27FC236}">
                <a16:creationId xmlns:a16="http://schemas.microsoft.com/office/drawing/2014/main" id="{EE3ED7B4-CA0D-1973-4FD4-A184351FC9A2}"/>
              </a:ext>
            </a:extLst>
          </p:cNvPr>
          <p:cNvPicPr>
            <a:picLocks noChangeAspect="1"/>
          </p:cNvPicPr>
          <p:nvPr/>
        </p:nvPicPr>
        <p:blipFill>
          <a:blip r:embed="rId9"/>
          <a:stretch>
            <a:fillRect/>
          </a:stretch>
        </p:blipFill>
        <p:spPr>
          <a:xfrm>
            <a:off x="268956" y="4872943"/>
            <a:ext cx="1623345" cy="270558"/>
          </a:xfrm>
          <a:prstGeom prst="rect">
            <a:avLst/>
          </a:prstGeom>
        </p:spPr>
      </p:pic>
      <p:pic>
        <p:nvPicPr>
          <p:cNvPr id="11" name="Image 10">
            <a:extLst>
              <a:ext uri="{FF2B5EF4-FFF2-40B4-BE49-F238E27FC236}">
                <a16:creationId xmlns:a16="http://schemas.microsoft.com/office/drawing/2014/main" id="{0E7126FC-27EE-D41C-B80F-8F11767094E8}"/>
              </a:ext>
            </a:extLst>
          </p:cNvPr>
          <p:cNvPicPr>
            <a:picLocks noChangeAspect="1"/>
          </p:cNvPicPr>
          <p:nvPr/>
        </p:nvPicPr>
        <p:blipFill>
          <a:blip r:embed="rId9"/>
          <a:stretch>
            <a:fillRect/>
          </a:stretch>
        </p:blipFill>
        <p:spPr>
          <a:xfrm>
            <a:off x="7579596" y="4872943"/>
            <a:ext cx="1623349" cy="270558"/>
          </a:xfrm>
          <a:prstGeom prst="rect">
            <a:avLst/>
          </a:prstGeom>
        </p:spPr>
      </p:pic>
    </p:spTree>
    <p:extLst>
      <p:ext uri="{BB962C8B-B14F-4D97-AF65-F5344CB8AC3E}">
        <p14:creationId xmlns:p14="http://schemas.microsoft.com/office/powerpoint/2010/main" val="248865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73EDC48D-D49C-73B7-EF14-533591BB388C}"/>
              </a:ext>
            </a:extLst>
          </p:cNvPr>
          <p:cNvPicPr>
            <a:picLocks noChangeAspect="1"/>
          </p:cNvPicPr>
          <p:nvPr/>
        </p:nvPicPr>
        <p:blipFill>
          <a:blip r:embed="rId3"/>
          <a:stretch>
            <a:fillRect/>
          </a:stretch>
        </p:blipFill>
        <p:spPr>
          <a:xfrm>
            <a:off x="324091" y="0"/>
            <a:ext cx="8345347" cy="4982270"/>
          </a:xfrm>
          <a:prstGeom prst="rect">
            <a:avLst/>
          </a:prstGeom>
        </p:spPr>
      </p:pic>
      <p:pic>
        <p:nvPicPr>
          <p:cNvPr id="7" name="Picture 745">
            <a:extLst>
              <a:ext uri="{FF2B5EF4-FFF2-40B4-BE49-F238E27FC236}">
                <a16:creationId xmlns:a16="http://schemas.microsoft.com/office/drawing/2014/main" id="{43217597-FD2D-592F-E995-C52DDC82AB19}"/>
              </a:ext>
            </a:extLst>
          </p:cNvPr>
          <p:cNvPicPr/>
          <p:nvPr/>
        </p:nvPicPr>
        <p:blipFill>
          <a:blip r:embed="rId4"/>
          <a:stretch>
            <a:fillRect/>
          </a:stretch>
        </p:blipFill>
        <p:spPr>
          <a:xfrm>
            <a:off x="3749757" y="1288800"/>
            <a:ext cx="1520643" cy="1051200"/>
          </a:xfrm>
          <a:prstGeom prst="rect">
            <a:avLst/>
          </a:prstGeom>
        </p:spPr>
      </p:pic>
    </p:spTree>
    <p:extLst>
      <p:ext uri="{BB962C8B-B14F-4D97-AF65-F5344CB8AC3E}">
        <p14:creationId xmlns:p14="http://schemas.microsoft.com/office/powerpoint/2010/main" val="2578652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9E4A3B0-5FF5-DE40-AD03-A3A708B51ADB}"/>
              </a:ext>
            </a:extLst>
          </p:cNvPr>
          <p:cNvSpPr/>
          <p:nvPr/>
        </p:nvSpPr>
        <p:spPr>
          <a:xfrm>
            <a:off x="1019811" y="39470"/>
            <a:ext cx="7274560" cy="52309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7" name="ZoneTexte 7">
            <a:extLst>
              <a:ext uri="{FF2B5EF4-FFF2-40B4-BE49-F238E27FC236}">
                <a16:creationId xmlns:a16="http://schemas.microsoft.com/office/drawing/2014/main" id="{05A6DEA3-1876-DC17-9B32-ADD3E5446AE3}"/>
              </a:ext>
            </a:extLst>
          </p:cNvPr>
          <p:cNvSpPr txBox="1"/>
          <p:nvPr/>
        </p:nvSpPr>
        <p:spPr>
          <a:xfrm>
            <a:off x="4734579" y="729909"/>
            <a:ext cx="857579" cy="369332"/>
          </a:xfrm>
          <a:prstGeom prst="rect">
            <a:avLst/>
          </a:prstGeom>
          <a:noFill/>
        </p:spPr>
        <p:txBody>
          <a:bodyPr wrap="square" rtlCol="0">
            <a:spAutoFit/>
          </a:bodyPr>
          <a:lstStyle/>
          <a:p>
            <a:r>
              <a:rPr lang="fr-FR" b="1" dirty="0">
                <a:solidFill>
                  <a:schemeClr val="bg1"/>
                </a:solidFill>
              </a:rPr>
              <a:t>GCMP</a:t>
            </a:r>
          </a:p>
        </p:txBody>
      </p:sp>
      <p:sp>
        <p:nvSpPr>
          <p:cNvPr id="24" name="Rectangle 23">
            <a:extLst>
              <a:ext uri="{FF2B5EF4-FFF2-40B4-BE49-F238E27FC236}">
                <a16:creationId xmlns:a16="http://schemas.microsoft.com/office/drawing/2014/main" id="{92BA1DA0-B513-27BC-FD6E-68206ED98D69}"/>
              </a:ext>
            </a:extLst>
          </p:cNvPr>
          <p:cNvSpPr/>
          <p:nvPr/>
        </p:nvSpPr>
        <p:spPr>
          <a:xfrm>
            <a:off x="924561" y="95250"/>
            <a:ext cx="7274560" cy="523098"/>
          </a:xfrm>
          <a:prstGeom prst="rect">
            <a:avLst/>
          </a:prstGeom>
          <a:solidFill>
            <a:srgbClr val="42AF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400" b="1" dirty="0">
                <a:latin typeface="Times New Roman" panose="02020603050405020304" pitchFamily="18" charset="0"/>
                <a:ea typeface="Times New Roman" panose="02020603050405020304" pitchFamily="18" charset="0"/>
                <a:cs typeface="Times New Roman" panose="02020603050405020304" pitchFamily="18" charset="0"/>
              </a:rPr>
              <a:t>ARCHITECTURE GENERAL DU SYSTEME</a:t>
            </a:r>
            <a:endParaRPr lang="fr-FR"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27" name="Picture 26">
            <a:extLst>
              <a:ext uri="{FF2B5EF4-FFF2-40B4-BE49-F238E27FC236}">
                <a16:creationId xmlns:a16="http://schemas.microsoft.com/office/drawing/2014/main" id="{E2E37E8F-9F98-826B-A69A-D18ADBB5D005}"/>
              </a:ext>
            </a:extLst>
          </p:cNvPr>
          <p:cNvPicPr>
            <a:picLocks noChangeAspect="1"/>
          </p:cNvPicPr>
          <p:nvPr/>
        </p:nvPicPr>
        <p:blipFill>
          <a:blip r:embed="rId2"/>
          <a:stretch>
            <a:fillRect/>
          </a:stretch>
        </p:blipFill>
        <p:spPr>
          <a:xfrm>
            <a:off x="69688" y="618348"/>
            <a:ext cx="5522470" cy="4525152"/>
          </a:xfrm>
          <a:prstGeom prst="rect">
            <a:avLst/>
          </a:prstGeom>
        </p:spPr>
      </p:pic>
      <p:pic>
        <p:nvPicPr>
          <p:cNvPr id="28" name="Picture 27">
            <a:extLst>
              <a:ext uri="{FF2B5EF4-FFF2-40B4-BE49-F238E27FC236}">
                <a16:creationId xmlns:a16="http://schemas.microsoft.com/office/drawing/2014/main" id="{BBA6416B-50F3-39C5-0E06-3F11EC2B498A}"/>
              </a:ext>
            </a:extLst>
          </p:cNvPr>
          <p:cNvPicPr>
            <a:picLocks noChangeAspect="1"/>
          </p:cNvPicPr>
          <p:nvPr/>
        </p:nvPicPr>
        <p:blipFill>
          <a:blip r:embed="rId3"/>
          <a:stretch>
            <a:fillRect/>
          </a:stretch>
        </p:blipFill>
        <p:spPr>
          <a:xfrm>
            <a:off x="3495502" y="618348"/>
            <a:ext cx="5648498" cy="1821815"/>
          </a:xfrm>
          <a:prstGeom prst="rect">
            <a:avLst/>
          </a:prstGeom>
        </p:spPr>
      </p:pic>
      <p:sp>
        <p:nvSpPr>
          <p:cNvPr id="3" name="Ellipse 2">
            <a:extLst>
              <a:ext uri="{FF2B5EF4-FFF2-40B4-BE49-F238E27FC236}">
                <a16:creationId xmlns:a16="http://schemas.microsoft.com/office/drawing/2014/main" id="{DF9414C9-6ACE-B4EB-3C57-5D5936CE6AD5}"/>
              </a:ext>
            </a:extLst>
          </p:cNvPr>
          <p:cNvSpPr/>
          <p:nvPr/>
        </p:nvSpPr>
        <p:spPr>
          <a:xfrm>
            <a:off x="8294372" y="4391025"/>
            <a:ext cx="630554" cy="604343"/>
          </a:xfrm>
          <a:prstGeom prst="ellipse">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800" b="1" dirty="0"/>
              <a:t>10</a:t>
            </a:r>
          </a:p>
        </p:txBody>
      </p:sp>
    </p:spTree>
    <p:extLst>
      <p:ext uri="{BB962C8B-B14F-4D97-AF65-F5344CB8AC3E}">
        <p14:creationId xmlns:p14="http://schemas.microsoft.com/office/powerpoint/2010/main" val="4126103461"/>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8D90F6E8-17EE-7A42-BEAE-02BD2E7DF399}"/>
              </a:ext>
            </a:extLst>
          </p:cNvPr>
          <p:cNvSpPr txBox="1"/>
          <p:nvPr/>
        </p:nvSpPr>
        <p:spPr>
          <a:xfrm>
            <a:off x="2667000" y="0"/>
            <a:ext cx="3726180" cy="400110"/>
          </a:xfrm>
          <a:prstGeom prst="rect">
            <a:avLst/>
          </a:prstGeom>
          <a:noFill/>
        </p:spPr>
        <p:txBody>
          <a:bodyPr wrap="square" rtlCol="0">
            <a:spAutoFit/>
          </a:bodyPr>
          <a:lstStyle/>
          <a:p>
            <a:r>
              <a:rPr lang="fr-FR" sz="2000" b="1" dirty="0" err="1">
                <a:solidFill>
                  <a:srgbClr val="FF0000"/>
                </a:solidFill>
                <a:latin typeface="Times New Roman" panose="02020603050405020304" pitchFamily="18" charset="0"/>
                <a:cs typeface="Times New Roman" panose="02020603050405020304" pitchFamily="18" charset="0"/>
              </a:rPr>
              <a:t>Presentation</a:t>
            </a:r>
            <a:r>
              <a:rPr lang="fr-FR" sz="2000" b="1" dirty="0">
                <a:solidFill>
                  <a:srgbClr val="FF0000"/>
                </a:solidFill>
                <a:latin typeface="Times New Roman" panose="02020603050405020304" pitchFamily="18" charset="0"/>
                <a:cs typeface="Times New Roman" panose="02020603050405020304" pitchFamily="18" charset="0"/>
              </a:rPr>
              <a:t> du projet</a:t>
            </a:r>
          </a:p>
        </p:txBody>
      </p:sp>
      <p:pic>
        <p:nvPicPr>
          <p:cNvPr id="4" name="Image 3">
            <a:extLst>
              <a:ext uri="{FF2B5EF4-FFF2-40B4-BE49-F238E27FC236}">
                <a16:creationId xmlns:a16="http://schemas.microsoft.com/office/drawing/2014/main" id="{B834653D-C239-C16D-58E4-AC574A8FC8CB}"/>
              </a:ext>
            </a:extLst>
          </p:cNvPr>
          <p:cNvPicPr>
            <a:picLocks noChangeAspect="1"/>
          </p:cNvPicPr>
          <p:nvPr/>
        </p:nvPicPr>
        <p:blipFill>
          <a:blip r:embed="rId3"/>
          <a:stretch>
            <a:fillRect/>
          </a:stretch>
        </p:blipFill>
        <p:spPr>
          <a:xfrm>
            <a:off x="543375" y="532980"/>
            <a:ext cx="5468626" cy="3048881"/>
          </a:xfrm>
          <a:prstGeom prst="rect">
            <a:avLst/>
          </a:prstGeom>
        </p:spPr>
      </p:pic>
      <p:pic>
        <p:nvPicPr>
          <p:cNvPr id="9" name="Image 8">
            <a:extLst>
              <a:ext uri="{FF2B5EF4-FFF2-40B4-BE49-F238E27FC236}">
                <a16:creationId xmlns:a16="http://schemas.microsoft.com/office/drawing/2014/main" id="{AD0BA01A-50D2-ED0A-6668-FAD8DBDF8272}"/>
              </a:ext>
            </a:extLst>
          </p:cNvPr>
          <p:cNvPicPr>
            <a:picLocks noChangeAspect="1"/>
          </p:cNvPicPr>
          <p:nvPr/>
        </p:nvPicPr>
        <p:blipFill>
          <a:blip r:embed="rId4"/>
          <a:stretch>
            <a:fillRect/>
          </a:stretch>
        </p:blipFill>
        <p:spPr>
          <a:xfrm>
            <a:off x="665775" y="3581861"/>
            <a:ext cx="5087025" cy="1453436"/>
          </a:xfrm>
          <a:prstGeom prst="rect">
            <a:avLst/>
          </a:prstGeom>
        </p:spPr>
      </p:pic>
      <p:pic>
        <p:nvPicPr>
          <p:cNvPr id="10" name="Picture 1">
            <a:extLst>
              <a:ext uri="{FF2B5EF4-FFF2-40B4-BE49-F238E27FC236}">
                <a16:creationId xmlns:a16="http://schemas.microsoft.com/office/drawing/2014/main" id="{668181E9-8B39-EDFD-B54B-5C6D98E5ED61}"/>
              </a:ext>
            </a:extLst>
          </p:cNvPr>
          <p:cNvPicPr>
            <a:picLocks noChangeAspect="1"/>
          </p:cNvPicPr>
          <p:nvPr/>
        </p:nvPicPr>
        <p:blipFill>
          <a:blip r:embed="rId5"/>
          <a:stretch>
            <a:fillRect/>
          </a:stretch>
        </p:blipFill>
        <p:spPr>
          <a:xfrm>
            <a:off x="6139202" y="532980"/>
            <a:ext cx="2946503" cy="2930220"/>
          </a:xfrm>
          <a:prstGeom prst="rect">
            <a:avLst/>
          </a:prstGeom>
        </p:spPr>
      </p:pic>
      <p:pic>
        <p:nvPicPr>
          <p:cNvPr id="11" name="Picture 1">
            <a:extLst>
              <a:ext uri="{FF2B5EF4-FFF2-40B4-BE49-F238E27FC236}">
                <a16:creationId xmlns:a16="http://schemas.microsoft.com/office/drawing/2014/main" id="{351E6701-FC08-1160-E595-CE5A59BB9202}"/>
              </a:ext>
            </a:extLst>
          </p:cNvPr>
          <p:cNvPicPr>
            <a:picLocks noChangeAspect="1"/>
          </p:cNvPicPr>
          <p:nvPr/>
        </p:nvPicPr>
        <p:blipFill>
          <a:blip r:embed="rId6"/>
          <a:stretch>
            <a:fillRect/>
          </a:stretch>
        </p:blipFill>
        <p:spPr>
          <a:xfrm>
            <a:off x="5200471" y="3596070"/>
            <a:ext cx="1623060" cy="1379130"/>
          </a:xfrm>
          <a:prstGeom prst="rect">
            <a:avLst/>
          </a:prstGeom>
        </p:spPr>
      </p:pic>
      <p:pic>
        <p:nvPicPr>
          <p:cNvPr id="12" name="Picture 1">
            <a:extLst>
              <a:ext uri="{FF2B5EF4-FFF2-40B4-BE49-F238E27FC236}">
                <a16:creationId xmlns:a16="http://schemas.microsoft.com/office/drawing/2014/main" id="{ABD8F306-A71B-AB28-5629-E1D70B062DE6}"/>
              </a:ext>
            </a:extLst>
          </p:cNvPr>
          <p:cNvPicPr>
            <a:picLocks noChangeAspect="1"/>
          </p:cNvPicPr>
          <p:nvPr/>
        </p:nvPicPr>
        <p:blipFill>
          <a:blip r:embed="rId7"/>
          <a:stretch>
            <a:fillRect/>
          </a:stretch>
        </p:blipFill>
        <p:spPr>
          <a:xfrm>
            <a:off x="7100850" y="3596070"/>
            <a:ext cx="1638300" cy="1379130"/>
          </a:xfrm>
          <a:prstGeom prst="rect">
            <a:avLst/>
          </a:prstGeom>
        </p:spPr>
      </p:pic>
    </p:spTree>
    <p:extLst>
      <p:ext uri="{BB962C8B-B14F-4D97-AF65-F5344CB8AC3E}">
        <p14:creationId xmlns:p14="http://schemas.microsoft.com/office/powerpoint/2010/main" val="893258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24E0F-AA3F-16B1-2626-FBAF92914DF2}"/>
            </a:ext>
          </a:extLst>
        </p:cNvPr>
        <p:cNvGrpSpPr/>
        <p:nvPr/>
      </p:nvGrpSpPr>
      <p:grpSpPr>
        <a:xfrm>
          <a:off x="0" y="0"/>
          <a:ext cx="0" cy="0"/>
          <a:chOff x="0" y="0"/>
          <a:chExt cx="0" cy="0"/>
        </a:xfrm>
      </p:grpSpPr>
      <p:sp>
        <p:nvSpPr>
          <p:cNvPr id="10" name="Ellipse 9">
            <a:extLst>
              <a:ext uri="{FF2B5EF4-FFF2-40B4-BE49-F238E27FC236}">
                <a16:creationId xmlns:a16="http://schemas.microsoft.com/office/drawing/2014/main" id="{54CDDFF2-1FF7-B7EF-003F-B64DBDEB31DA}"/>
              </a:ext>
            </a:extLst>
          </p:cNvPr>
          <p:cNvSpPr/>
          <p:nvPr/>
        </p:nvSpPr>
        <p:spPr>
          <a:xfrm>
            <a:off x="438149" y="3679370"/>
            <a:ext cx="3286126" cy="28575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a:extLst>
              <a:ext uri="{FF2B5EF4-FFF2-40B4-BE49-F238E27FC236}">
                <a16:creationId xmlns:a16="http://schemas.microsoft.com/office/drawing/2014/main" id="{F12CC26A-0BCB-FDB6-BA09-FFFF41048192}"/>
              </a:ext>
            </a:extLst>
          </p:cNvPr>
          <p:cNvSpPr>
            <a:spLocks noGrp="1"/>
          </p:cNvSpPr>
          <p:nvPr>
            <p:ph type="title"/>
          </p:nvPr>
        </p:nvSpPr>
        <p:spPr>
          <a:xfrm>
            <a:off x="4495799" y="934810"/>
            <a:ext cx="4486275" cy="3273878"/>
          </a:xfrm>
        </p:spPr>
        <p:txBody>
          <a:bodyPr/>
          <a:lstStyle/>
          <a:p>
            <a:pPr algn="ctr"/>
            <a:br>
              <a:rPr lang="fr-FR" sz="3200" dirty="0">
                <a:solidFill>
                  <a:srgbClr val="FF0000"/>
                </a:solidFill>
                <a:latin typeface="Times New Roman" panose="02020603050405020304" pitchFamily="18" charset="0"/>
                <a:cs typeface="Times New Roman" panose="02020603050405020304" pitchFamily="18" charset="0"/>
              </a:rPr>
            </a:br>
            <a:r>
              <a:rPr lang="fr-FR" sz="3200" dirty="0">
                <a:solidFill>
                  <a:srgbClr val="FF0000"/>
                </a:solidFill>
                <a:latin typeface="Times New Roman" panose="02020603050405020304" pitchFamily="18" charset="0"/>
                <a:cs typeface="Times New Roman" panose="02020603050405020304" pitchFamily="18" charset="0"/>
              </a:rPr>
              <a:t>CHAPITRE 4</a:t>
            </a:r>
            <a:br>
              <a:rPr lang="fr-FR" sz="3200" dirty="0">
                <a:latin typeface="Times New Roman" panose="02020603050405020304" pitchFamily="18" charset="0"/>
                <a:cs typeface="Times New Roman" panose="02020603050405020304" pitchFamily="18" charset="0"/>
              </a:rPr>
            </a:br>
            <a:r>
              <a:rPr lang="fr-FR" sz="3600" dirty="0">
                <a:latin typeface="Times New Roman" panose="02020603050405020304" pitchFamily="18" charset="0"/>
                <a:cs typeface="Times New Roman" panose="02020603050405020304" pitchFamily="18" charset="0"/>
              </a:rPr>
              <a:t>Simulation</a:t>
            </a:r>
            <a:r>
              <a:rPr lang="fr-FR" sz="3600" b="1" dirty="0">
                <a:latin typeface="Times New Roman" panose="02020603050405020304" pitchFamily="18" charset="0"/>
                <a:cs typeface="Times New Roman" panose="02020603050405020304" pitchFamily="18" charset="0"/>
              </a:rPr>
              <a:t> </a:t>
            </a:r>
            <a:br>
              <a:rPr lang="fr-FR" sz="3600" b="1" dirty="0">
                <a:latin typeface="Times New Roman" panose="02020603050405020304" pitchFamily="18" charset="0"/>
                <a:cs typeface="Times New Roman" panose="02020603050405020304" pitchFamily="18" charset="0"/>
              </a:rPr>
            </a:br>
            <a:r>
              <a:rPr lang="fr-FR" sz="3600" b="1" dirty="0">
                <a:latin typeface="Times New Roman" panose="02020603050405020304" pitchFamily="18" charset="0"/>
                <a:cs typeface="Times New Roman" panose="02020603050405020304" pitchFamily="18" charset="0"/>
              </a:rPr>
              <a:t>et interprétations</a:t>
            </a:r>
            <a:br>
              <a:rPr lang="fr-FR" sz="2800" b="1" dirty="0">
                <a:latin typeface="Times New Roman" panose="02020603050405020304" pitchFamily="18" charset="0"/>
                <a:ea typeface="Tahoma" panose="020B0604030504040204" pitchFamily="34" charset="0"/>
                <a:cs typeface="Times New Roman" panose="02020603050405020304" pitchFamily="18" charset="0"/>
                <a:sym typeface="Fira Sans"/>
              </a:rPr>
            </a:br>
            <a:br>
              <a:rPr lang="fr-FR" sz="3600" b="1" dirty="0">
                <a:latin typeface="Times New Roman" panose="02020603050405020304" pitchFamily="18" charset="0"/>
                <a:ea typeface="Fira Sans"/>
                <a:cs typeface="Times New Roman" panose="02020603050405020304" pitchFamily="18" charset="0"/>
                <a:sym typeface="Fira Sans"/>
              </a:rPr>
            </a:br>
            <a:br>
              <a:rPr lang="fr-FR" sz="3600" b="1" dirty="0">
                <a:latin typeface="Times New Roman" panose="02020603050405020304" pitchFamily="18" charset="0"/>
                <a:ea typeface="Fira Sans"/>
                <a:cs typeface="Times New Roman" panose="02020603050405020304" pitchFamily="18" charset="0"/>
                <a:sym typeface="Fira Sans"/>
              </a:rPr>
            </a:br>
            <a:br>
              <a:rPr lang="fr-FR" sz="2000" dirty="0">
                <a:latin typeface="Times New Roman" panose="02020603050405020304" pitchFamily="18" charset="0"/>
                <a:cs typeface="Times New Roman" panose="02020603050405020304" pitchFamily="18" charset="0"/>
              </a:rPr>
            </a:br>
            <a:br>
              <a:rPr lang="fr-FR" sz="2000" dirty="0">
                <a:latin typeface="Times New Roman" panose="02020603050405020304" pitchFamily="18" charset="0"/>
                <a:cs typeface="Times New Roman" panose="02020603050405020304" pitchFamily="18" charset="0"/>
              </a:rPr>
            </a:br>
            <a:endParaRPr lang="fr-FR" sz="2000" dirty="0">
              <a:latin typeface="Times New Roman" panose="02020603050405020304" pitchFamily="18" charset="0"/>
              <a:cs typeface="Times New Roman" panose="02020603050405020304" pitchFamily="18" charset="0"/>
            </a:endParaRPr>
          </a:p>
        </p:txBody>
      </p:sp>
      <p:pic>
        <p:nvPicPr>
          <p:cNvPr id="4" name="Graphique 3" descr="Réveil">
            <a:extLst>
              <a:ext uri="{FF2B5EF4-FFF2-40B4-BE49-F238E27FC236}">
                <a16:creationId xmlns:a16="http://schemas.microsoft.com/office/drawing/2014/main" id="{61275307-D243-130F-AC6E-48E1E3A017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8149" y="828674"/>
            <a:ext cx="3486151" cy="3486151"/>
          </a:xfrm>
          <a:prstGeom prst="rect">
            <a:avLst/>
          </a:prstGeom>
        </p:spPr>
      </p:pic>
      <p:sp>
        <p:nvSpPr>
          <p:cNvPr id="11" name="Ellipse 10">
            <a:extLst>
              <a:ext uri="{FF2B5EF4-FFF2-40B4-BE49-F238E27FC236}">
                <a16:creationId xmlns:a16="http://schemas.microsoft.com/office/drawing/2014/main" id="{E8FE52EF-7931-74E8-82CC-1074DD2E181F}"/>
              </a:ext>
            </a:extLst>
          </p:cNvPr>
          <p:cNvSpPr/>
          <p:nvPr/>
        </p:nvSpPr>
        <p:spPr>
          <a:xfrm>
            <a:off x="8351520" y="142875"/>
            <a:ext cx="630554" cy="604343"/>
          </a:xfrm>
          <a:prstGeom prst="ellipse">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800" b="1" dirty="0"/>
              <a:t>11</a:t>
            </a:r>
          </a:p>
        </p:txBody>
      </p:sp>
    </p:spTree>
    <p:extLst>
      <p:ext uri="{BB962C8B-B14F-4D97-AF65-F5344CB8AC3E}">
        <p14:creationId xmlns:p14="http://schemas.microsoft.com/office/powerpoint/2010/main" val="206800705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D2A8838A-3147-E8DE-A139-46D920A20B00}"/>
              </a:ext>
            </a:extLst>
          </p:cNvPr>
          <p:cNvSpPr txBox="1"/>
          <p:nvPr/>
        </p:nvSpPr>
        <p:spPr>
          <a:xfrm>
            <a:off x="2194560" y="0"/>
            <a:ext cx="6522719" cy="623248"/>
          </a:xfrm>
          <a:prstGeom prst="rect">
            <a:avLst/>
          </a:prstGeom>
          <a:noFill/>
        </p:spPr>
        <p:txBody>
          <a:bodyPr wrap="square">
            <a:spAutoFit/>
          </a:bodyPr>
          <a:lstStyle/>
          <a:p>
            <a:r>
              <a:rPr kumimoji="0" lang="fr-FR" sz="3450" b="1" i="0" u="none" strike="noStrike" kern="0" cap="none" spc="0" normalizeH="0" baseline="0" noProof="0" dirty="0">
                <a:ln>
                  <a:noFill/>
                </a:ln>
                <a:solidFill>
                  <a:srgbClr val="FF0000"/>
                </a:solidFill>
                <a:effectLst/>
                <a:uLnTx/>
                <a:uFillTx/>
                <a:latin typeface="Liberation Serif"/>
                <a:ea typeface="+mj-ea"/>
              </a:rPr>
              <a:t>Résultats</a:t>
            </a:r>
            <a:r>
              <a:rPr kumimoji="0" lang="fr-FR" sz="3450" b="1" i="0" u="none" strike="noStrike" kern="0" cap="none" spc="-15" normalizeH="0" baseline="0" noProof="0" dirty="0">
                <a:ln>
                  <a:noFill/>
                </a:ln>
                <a:solidFill>
                  <a:srgbClr val="FF0000"/>
                </a:solidFill>
                <a:effectLst/>
                <a:uLnTx/>
                <a:uFillTx/>
                <a:latin typeface="Liberation Serif"/>
                <a:ea typeface="+mj-ea"/>
              </a:rPr>
              <a:t> </a:t>
            </a:r>
            <a:r>
              <a:rPr kumimoji="0" lang="fr-FR" sz="3450" b="1" i="0" u="none" strike="noStrike" kern="0" cap="none" spc="0" normalizeH="0" baseline="0" noProof="0" dirty="0">
                <a:ln>
                  <a:noFill/>
                </a:ln>
                <a:solidFill>
                  <a:srgbClr val="FF0000"/>
                </a:solidFill>
                <a:effectLst/>
                <a:uLnTx/>
                <a:uFillTx/>
                <a:latin typeface="Liberation Serif"/>
                <a:ea typeface="+mj-ea"/>
              </a:rPr>
              <a:t>et</a:t>
            </a:r>
            <a:r>
              <a:rPr kumimoji="0" lang="fr-FR" sz="3450" b="1" i="0" u="none" strike="noStrike" kern="0" cap="none" spc="-15" normalizeH="0" baseline="0" noProof="0" dirty="0">
                <a:ln>
                  <a:noFill/>
                </a:ln>
                <a:solidFill>
                  <a:srgbClr val="FF0000"/>
                </a:solidFill>
                <a:effectLst/>
                <a:uLnTx/>
                <a:uFillTx/>
                <a:latin typeface="Liberation Serif"/>
                <a:ea typeface="+mj-ea"/>
              </a:rPr>
              <a:t> </a:t>
            </a:r>
            <a:r>
              <a:rPr kumimoji="0" lang="fr-FR" sz="3450" b="1" i="0" u="none" strike="noStrike" kern="0" cap="none" spc="-10" normalizeH="0" baseline="0" noProof="0" dirty="0">
                <a:ln>
                  <a:noFill/>
                </a:ln>
                <a:solidFill>
                  <a:srgbClr val="FF0000"/>
                </a:solidFill>
                <a:effectLst/>
                <a:uLnTx/>
                <a:uFillTx/>
                <a:latin typeface="Liberation Serif"/>
                <a:ea typeface="+mj-ea"/>
              </a:rPr>
              <a:t>performances</a:t>
            </a:r>
            <a:endParaRPr lang="fr-FR" dirty="0">
              <a:solidFill>
                <a:srgbClr val="FF0000"/>
              </a:solidFill>
            </a:endParaRPr>
          </a:p>
        </p:txBody>
      </p:sp>
      <p:sp>
        <p:nvSpPr>
          <p:cNvPr id="6" name="object 8">
            <a:extLst>
              <a:ext uri="{FF2B5EF4-FFF2-40B4-BE49-F238E27FC236}">
                <a16:creationId xmlns:a16="http://schemas.microsoft.com/office/drawing/2014/main" id="{DB37D4CB-B16F-B4A5-EFB8-2346334B059E}"/>
              </a:ext>
            </a:extLst>
          </p:cNvPr>
          <p:cNvSpPr/>
          <p:nvPr/>
        </p:nvSpPr>
        <p:spPr>
          <a:xfrm flipH="1">
            <a:off x="3905345" y="832317"/>
            <a:ext cx="64771" cy="3916680"/>
          </a:xfrm>
          <a:custGeom>
            <a:avLst/>
            <a:gdLst/>
            <a:ahLst/>
            <a:cxnLst/>
            <a:rect l="l" t="t" r="r" b="b"/>
            <a:pathLst>
              <a:path w="9525" h="5467350">
                <a:moveTo>
                  <a:pt x="9524" y="5467349"/>
                </a:moveTo>
                <a:lnTo>
                  <a:pt x="0" y="5467349"/>
                </a:lnTo>
                <a:lnTo>
                  <a:pt x="0" y="0"/>
                </a:lnTo>
                <a:lnTo>
                  <a:pt x="9524" y="0"/>
                </a:lnTo>
                <a:lnTo>
                  <a:pt x="9524" y="5467349"/>
                </a:lnTo>
                <a:close/>
              </a:path>
            </a:pathLst>
          </a:custGeom>
          <a:solidFill>
            <a:srgbClr val="D0D5DA"/>
          </a:solidFill>
        </p:spPr>
        <p:txBody>
          <a:bodyPr wrap="square" lIns="0" tIns="0" rIns="0" bIns="0" rtlCol="0"/>
          <a:lstStyle/>
          <a:p>
            <a:endParaRPr/>
          </a:p>
        </p:txBody>
      </p:sp>
      <p:pic>
        <p:nvPicPr>
          <p:cNvPr id="2" name="Picture 1">
            <a:extLst>
              <a:ext uri="{FF2B5EF4-FFF2-40B4-BE49-F238E27FC236}">
                <a16:creationId xmlns:a16="http://schemas.microsoft.com/office/drawing/2014/main" id="{23417EBC-FD27-AD71-C5B3-ECADC3FDE4D5}"/>
              </a:ext>
            </a:extLst>
          </p:cNvPr>
          <p:cNvPicPr>
            <a:picLocks noChangeAspect="1"/>
          </p:cNvPicPr>
          <p:nvPr/>
        </p:nvPicPr>
        <p:blipFill>
          <a:blip r:embed="rId3"/>
          <a:stretch>
            <a:fillRect/>
          </a:stretch>
        </p:blipFill>
        <p:spPr>
          <a:xfrm>
            <a:off x="104172" y="1041386"/>
            <a:ext cx="3663877" cy="3707611"/>
          </a:xfrm>
          <a:prstGeom prst="rect">
            <a:avLst/>
          </a:prstGeom>
        </p:spPr>
      </p:pic>
      <p:pic>
        <p:nvPicPr>
          <p:cNvPr id="4" name="Picture 21">
            <a:extLst>
              <a:ext uri="{FF2B5EF4-FFF2-40B4-BE49-F238E27FC236}">
                <a16:creationId xmlns:a16="http://schemas.microsoft.com/office/drawing/2014/main" id="{AFB09C9B-0B34-3109-B648-968F906949C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70116" y="1041386"/>
            <a:ext cx="5073473" cy="3916680"/>
          </a:xfrm>
          <a:prstGeom prst="rect">
            <a:avLst/>
          </a:prstGeom>
          <a:noFill/>
          <a:ln>
            <a:noFill/>
          </a:ln>
        </p:spPr>
      </p:pic>
    </p:spTree>
    <p:extLst>
      <p:ext uri="{BB962C8B-B14F-4D97-AF65-F5344CB8AC3E}">
        <p14:creationId xmlns:p14="http://schemas.microsoft.com/office/powerpoint/2010/main" val="2994246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0">
            <a:extLst>
              <a:ext uri="{FF2B5EF4-FFF2-40B4-BE49-F238E27FC236}">
                <a16:creationId xmlns:a16="http://schemas.microsoft.com/office/drawing/2014/main" id="{3966DDA0-C5A2-16CB-8675-94291F6FFA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79676" y="307227"/>
            <a:ext cx="7349924" cy="3856785"/>
          </a:xfrm>
          <a:prstGeom prst="rect">
            <a:avLst/>
          </a:prstGeom>
          <a:noFill/>
          <a:ln>
            <a:noFill/>
          </a:ln>
        </p:spPr>
      </p:pic>
    </p:spTree>
    <p:extLst>
      <p:ext uri="{BB962C8B-B14F-4D97-AF65-F5344CB8AC3E}">
        <p14:creationId xmlns:p14="http://schemas.microsoft.com/office/powerpoint/2010/main" val="672894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699AC3C-FE44-4341-B799-F20DE8937C2B}"/>
              </a:ext>
            </a:extLst>
          </p:cNvPr>
          <p:cNvSpPr txBox="1"/>
          <p:nvPr/>
        </p:nvSpPr>
        <p:spPr>
          <a:xfrm>
            <a:off x="0" y="220738"/>
            <a:ext cx="5145118" cy="669414"/>
          </a:xfrm>
          <a:prstGeom prst="rect">
            <a:avLst/>
          </a:prstGeom>
          <a:noFill/>
        </p:spPr>
        <p:txBody>
          <a:bodyPr wrap="square" rtlCol="0">
            <a:spAutoFit/>
          </a:bodyPr>
          <a:lstStyle/>
          <a:p>
            <a:pPr algn="ctr" defTabSz="685800">
              <a:buClrTx/>
              <a:defRPr/>
            </a:pPr>
            <a:r>
              <a:rPr lang="fr-FR" sz="3750" b="1" kern="1200" dirty="0">
                <a:latin typeface="Noto Sans" panose="020B0502040504020204" pitchFamily="34"/>
                <a:ea typeface="Noto Sans" panose="020B0502040504020204" pitchFamily="34"/>
                <a:cs typeface="Noto Sans" panose="020B0502040504020204" pitchFamily="34"/>
              </a:rPr>
              <a:t>CONCLUSION</a:t>
            </a:r>
            <a:endParaRPr lang="en-US" sz="3750" b="1" kern="1200" dirty="0">
              <a:latin typeface="Noto Sans" panose="020B0502040504020204" pitchFamily="34"/>
              <a:ea typeface="Noto Sans" panose="020B0502040504020204" pitchFamily="34"/>
              <a:cs typeface="Noto Sans" panose="020B0502040504020204" pitchFamily="34"/>
            </a:endParaRPr>
          </a:p>
        </p:txBody>
      </p:sp>
      <p:sp>
        <p:nvSpPr>
          <p:cNvPr id="9" name="Freeform 5">
            <a:extLst>
              <a:ext uri="{FF2B5EF4-FFF2-40B4-BE49-F238E27FC236}">
                <a16:creationId xmlns:a16="http://schemas.microsoft.com/office/drawing/2014/main" id="{2CB569D2-26F1-43F2-BCB2-66AA9FCE07A1}"/>
              </a:ext>
            </a:extLst>
          </p:cNvPr>
          <p:cNvSpPr>
            <a:spLocks/>
          </p:cNvSpPr>
          <p:nvPr/>
        </p:nvSpPr>
        <p:spPr bwMode="auto">
          <a:xfrm rot="20976396">
            <a:off x="848543" y="1677120"/>
            <a:ext cx="3108887" cy="1442814"/>
          </a:xfrm>
          <a:custGeom>
            <a:avLst/>
            <a:gdLst>
              <a:gd name="T0" fmla="*/ 1476 w 4788"/>
              <a:gd name="T1" fmla="*/ 1313 h 2310"/>
              <a:gd name="T2" fmla="*/ 3124 w 4788"/>
              <a:gd name="T3" fmla="*/ 1393 h 2310"/>
              <a:gd name="T4" fmla="*/ 3052 w 4788"/>
              <a:gd name="T5" fmla="*/ 605 h 2310"/>
              <a:gd name="T6" fmla="*/ 2872 w 4788"/>
              <a:gd name="T7" fmla="*/ 1361 h 2310"/>
              <a:gd name="T8" fmla="*/ 2844 w 4788"/>
              <a:gd name="T9" fmla="*/ 1989 h 2310"/>
              <a:gd name="T10" fmla="*/ 2220 w 4788"/>
              <a:gd name="T11" fmla="*/ 1165 h 2310"/>
              <a:gd name="T12" fmla="*/ 2828 w 4788"/>
              <a:gd name="T13" fmla="*/ 481 h 2310"/>
              <a:gd name="T14" fmla="*/ 2110 w 4788"/>
              <a:gd name="T15" fmla="*/ 673 h 2310"/>
              <a:gd name="T16" fmla="*/ 2404 w 4788"/>
              <a:gd name="T17" fmla="*/ 1881 h 2310"/>
              <a:gd name="T18" fmla="*/ 1672 w 4788"/>
              <a:gd name="T19" fmla="*/ 1769 h 2310"/>
              <a:gd name="T20" fmla="*/ 1524 w 4788"/>
              <a:gd name="T21" fmla="*/ 865 h 2310"/>
              <a:gd name="T22" fmla="*/ 2064 w 4788"/>
              <a:gd name="T23" fmla="*/ 301 h 2310"/>
              <a:gd name="T24" fmla="*/ 2972 w 4788"/>
              <a:gd name="T25" fmla="*/ 381 h 2310"/>
              <a:gd name="T26" fmla="*/ 3184 w 4788"/>
              <a:gd name="T27" fmla="*/ 1193 h 2310"/>
              <a:gd name="T28" fmla="*/ 2908 w 4788"/>
              <a:gd name="T29" fmla="*/ 1885 h 2310"/>
              <a:gd name="T30" fmla="*/ 2000 w 4788"/>
              <a:gd name="T31" fmla="*/ 1977 h 2310"/>
              <a:gd name="T32" fmla="*/ 1420 w 4788"/>
              <a:gd name="T33" fmla="*/ 1433 h 2310"/>
              <a:gd name="T34" fmla="*/ 1860 w 4788"/>
              <a:gd name="T35" fmla="*/ 813 h 2310"/>
              <a:gd name="T36" fmla="*/ 2212 w 4788"/>
              <a:gd name="T37" fmla="*/ 205 h 2310"/>
              <a:gd name="T38" fmla="*/ 2948 w 4788"/>
              <a:gd name="T39" fmla="*/ 445 h 2310"/>
              <a:gd name="T40" fmla="*/ 3028 w 4788"/>
              <a:gd name="T41" fmla="*/ 1125 h 2310"/>
              <a:gd name="T42" fmla="*/ 1948 w 4788"/>
              <a:gd name="T43" fmla="*/ 909 h 2310"/>
              <a:gd name="T44" fmla="*/ 2224 w 4788"/>
              <a:gd name="T45" fmla="*/ 1709 h 2310"/>
              <a:gd name="T46" fmla="*/ 3156 w 4788"/>
              <a:gd name="T47" fmla="*/ 1485 h 2310"/>
              <a:gd name="T48" fmla="*/ 3425 w 4788"/>
              <a:gd name="T49" fmla="*/ 1149 h 2310"/>
              <a:gd name="T50" fmla="*/ 3428 w 4788"/>
              <a:gd name="T51" fmla="*/ 1135 h 2310"/>
              <a:gd name="T52" fmla="*/ 2908 w 4788"/>
              <a:gd name="T53" fmla="*/ 513 h 2310"/>
              <a:gd name="T54" fmla="*/ 1860 w 4788"/>
              <a:gd name="T55" fmla="*/ 885 h 2310"/>
              <a:gd name="T56" fmla="*/ 1788 w 4788"/>
              <a:gd name="T57" fmla="*/ 2037 h 2310"/>
              <a:gd name="T58" fmla="*/ 2800 w 4788"/>
              <a:gd name="T59" fmla="*/ 2077 h 2310"/>
              <a:gd name="T60" fmla="*/ 3296 w 4788"/>
              <a:gd name="T61" fmla="*/ 1825 h 2310"/>
              <a:gd name="T62" fmla="*/ 3532 w 4788"/>
              <a:gd name="T63" fmla="*/ 1213 h 2310"/>
              <a:gd name="T64" fmla="*/ 3032 w 4788"/>
              <a:gd name="T65" fmla="*/ 757 h 2310"/>
              <a:gd name="T66" fmla="*/ 1968 w 4788"/>
              <a:gd name="T67" fmla="*/ 501 h 2310"/>
              <a:gd name="T68" fmla="*/ 1459 w 4788"/>
              <a:gd name="T69" fmla="*/ 1155 h 2310"/>
              <a:gd name="T70" fmla="*/ 2724 w 4788"/>
              <a:gd name="T71" fmla="*/ 1789 h 2310"/>
              <a:gd name="T72" fmla="*/ 3480 w 4788"/>
              <a:gd name="T73" fmla="*/ 1493 h 2310"/>
              <a:gd name="T74" fmla="*/ 2404 w 4788"/>
              <a:gd name="T75" fmla="*/ 853 h 2310"/>
              <a:gd name="T76" fmla="*/ 2184 w 4788"/>
              <a:gd name="T77" fmla="*/ 1429 h 2310"/>
              <a:gd name="T78" fmla="*/ 2404 w 4788"/>
              <a:gd name="T79" fmla="*/ 1201 h 2310"/>
              <a:gd name="T80" fmla="*/ 2508 w 4788"/>
              <a:gd name="T81" fmla="*/ 1941 h 2310"/>
              <a:gd name="T82" fmla="*/ 1752 w 4788"/>
              <a:gd name="T83" fmla="*/ 653 h 2310"/>
              <a:gd name="T84" fmla="*/ 2916 w 4788"/>
              <a:gd name="T85" fmla="*/ 321 h 2310"/>
              <a:gd name="T86" fmla="*/ 3024 w 4788"/>
              <a:gd name="T87" fmla="*/ 1965 h 2310"/>
              <a:gd name="T88" fmla="*/ 1816 w 4788"/>
              <a:gd name="T89" fmla="*/ 1161 h 2310"/>
              <a:gd name="T90" fmla="*/ 2660 w 4788"/>
              <a:gd name="T91" fmla="*/ 2209 h 2310"/>
              <a:gd name="T92" fmla="*/ 2940 w 4788"/>
              <a:gd name="T93" fmla="*/ 669 h 2310"/>
              <a:gd name="T94" fmla="*/ 1700 w 4788"/>
              <a:gd name="T95" fmla="*/ 1549 h 2310"/>
              <a:gd name="T96" fmla="*/ 2532 w 4788"/>
              <a:gd name="T97" fmla="*/ 673 h 2310"/>
              <a:gd name="T98" fmla="*/ 2272 w 4788"/>
              <a:gd name="T99" fmla="*/ 793 h 2310"/>
              <a:gd name="T100" fmla="*/ 2308 w 4788"/>
              <a:gd name="T101" fmla="*/ 641 h 2310"/>
              <a:gd name="T102" fmla="*/ 2932 w 4788"/>
              <a:gd name="T103" fmla="*/ 2033 h 2310"/>
              <a:gd name="T104" fmla="*/ 3408 w 4788"/>
              <a:gd name="T105" fmla="*/ 745 h 2310"/>
              <a:gd name="T106" fmla="*/ 1732 w 4788"/>
              <a:gd name="T107" fmla="*/ 789 h 2310"/>
              <a:gd name="T108" fmla="*/ 3080 w 4788"/>
              <a:gd name="T109" fmla="*/ 357 h 2310"/>
              <a:gd name="T110" fmla="*/ 2540 w 4788"/>
              <a:gd name="T111" fmla="*/ 2265 h 2310"/>
              <a:gd name="T112" fmla="*/ 3760 w 4788"/>
              <a:gd name="T113" fmla="*/ 1521 h 2310"/>
              <a:gd name="T114" fmla="*/ 4788 w 4788"/>
              <a:gd name="T115" fmla="*/ 1041 h 2310"/>
              <a:gd name="connsiteX0" fmla="*/ 0 w 10010"/>
              <a:gd name="connsiteY0" fmla="*/ 8484 h 9316"/>
              <a:gd name="connsiteX1" fmla="*/ 3083 w 10010"/>
              <a:gd name="connsiteY1" fmla="*/ 5177 h 9316"/>
              <a:gd name="connsiteX2" fmla="*/ 5079 w 10010"/>
              <a:gd name="connsiteY2" fmla="*/ 6251 h 9316"/>
              <a:gd name="connsiteX3" fmla="*/ 6525 w 10010"/>
              <a:gd name="connsiteY3" fmla="*/ 5523 h 9316"/>
              <a:gd name="connsiteX4" fmla="*/ 6892 w 10010"/>
              <a:gd name="connsiteY4" fmla="*/ 4173 h 9316"/>
              <a:gd name="connsiteX5" fmla="*/ 6374 w 10010"/>
              <a:gd name="connsiteY5" fmla="*/ 2112 h 9316"/>
              <a:gd name="connsiteX6" fmla="*/ 5472 w 10010"/>
              <a:gd name="connsiteY6" fmla="*/ 3567 h 9316"/>
              <a:gd name="connsiteX7" fmla="*/ 5998 w 10010"/>
              <a:gd name="connsiteY7" fmla="*/ 5385 h 9316"/>
              <a:gd name="connsiteX8" fmla="*/ 6516 w 10010"/>
              <a:gd name="connsiteY8" fmla="*/ 6701 h 9316"/>
              <a:gd name="connsiteX9" fmla="*/ 5940 w 10010"/>
              <a:gd name="connsiteY9" fmla="*/ 8103 h 9316"/>
              <a:gd name="connsiteX10" fmla="*/ 4678 w 10010"/>
              <a:gd name="connsiteY10" fmla="*/ 8121 h 9316"/>
              <a:gd name="connsiteX11" fmla="*/ 4637 w 10010"/>
              <a:gd name="connsiteY11" fmla="*/ 4536 h 9316"/>
              <a:gd name="connsiteX12" fmla="*/ 5748 w 10010"/>
              <a:gd name="connsiteY12" fmla="*/ 3722 h 9316"/>
              <a:gd name="connsiteX13" fmla="*/ 5906 w 10010"/>
              <a:gd name="connsiteY13" fmla="*/ 1575 h 9316"/>
              <a:gd name="connsiteX14" fmla="*/ 4453 w 10010"/>
              <a:gd name="connsiteY14" fmla="*/ 987 h 9316"/>
              <a:gd name="connsiteX15" fmla="*/ 4407 w 10010"/>
              <a:gd name="connsiteY15" fmla="*/ 2406 h 9316"/>
              <a:gd name="connsiteX16" fmla="*/ 4620 w 10010"/>
              <a:gd name="connsiteY16" fmla="*/ 3999 h 9316"/>
              <a:gd name="connsiteX17" fmla="*/ 5021 w 10010"/>
              <a:gd name="connsiteY17" fmla="*/ 7636 h 9316"/>
              <a:gd name="connsiteX18" fmla="*/ 4403 w 10010"/>
              <a:gd name="connsiteY18" fmla="*/ 8571 h 9316"/>
              <a:gd name="connsiteX19" fmla="*/ 3492 w 10010"/>
              <a:gd name="connsiteY19" fmla="*/ 7151 h 9316"/>
              <a:gd name="connsiteX20" fmla="*/ 3417 w 10010"/>
              <a:gd name="connsiteY20" fmla="*/ 4779 h 9316"/>
              <a:gd name="connsiteX21" fmla="*/ 3183 w 10010"/>
              <a:gd name="connsiteY21" fmla="*/ 3238 h 9316"/>
              <a:gd name="connsiteX22" fmla="*/ 3634 w 10010"/>
              <a:gd name="connsiteY22" fmla="*/ 1679 h 9316"/>
              <a:gd name="connsiteX23" fmla="*/ 4311 w 10010"/>
              <a:gd name="connsiteY23" fmla="*/ 796 h 9316"/>
              <a:gd name="connsiteX24" fmla="*/ 5138 w 10010"/>
              <a:gd name="connsiteY24" fmla="*/ 1835 h 9316"/>
              <a:gd name="connsiteX25" fmla="*/ 6207 w 10010"/>
              <a:gd name="connsiteY25" fmla="*/ 1142 h 9316"/>
              <a:gd name="connsiteX26" fmla="*/ 6942 w 10010"/>
              <a:gd name="connsiteY26" fmla="*/ 2441 h 9316"/>
              <a:gd name="connsiteX27" fmla="*/ 6650 w 10010"/>
              <a:gd name="connsiteY27" fmla="*/ 4658 h 9316"/>
              <a:gd name="connsiteX28" fmla="*/ 6742 w 10010"/>
              <a:gd name="connsiteY28" fmla="*/ 6389 h 9316"/>
              <a:gd name="connsiteX29" fmla="*/ 6074 w 10010"/>
              <a:gd name="connsiteY29" fmla="*/ 7653 h 9316"/>
              <a:gd name="connsiteX30" fmla="*/ 5104 w 10010"/>
              <a:gd name="connsiteY30" fmla="*/ 8917 h 9316"/>
              <a:gd name="connsiteX31" fmla="*/ 4177 w 10010"/>
              <a:gd name="connsiteY31" fmla="*/ 8051 h 9316"/>
              <a:gd name="connsiteX32" fmla="*/ 2989 w 10010"/>
              <a:gd name="connsiteY32" fmla="*/ 5822 h 9316"/>
              <a:gd name="connsiteX33" fmla="*/ 2966 w 10010"/>
              <a:gd name="connsiteY33" fmla="*/ 5696 h 9316"/>
              <a:gd name="connsiteX34" fmla="*/ 3016 w 10010"/>
              <a:gd name="connsiteY34" fmla="*/ 3688 h 9316"/>
              <a:gd name="connsiteX35" fmla="*/ 3885 w 10010"/>
              <a:gd name="connsiteY35" fmla="*/ 3012 h 9316"/>
              <a:gd name="connsiteX36" fmla="*/ 4169 w 10010"/>
              <a:gd name="connsiteY36" fmla="*/ 2060 h 9316"/>
              <a:gd name="connsiteX37" fmla="*/ 4620 w 10010"/>
              <a:gd name="connsiteY37" fmla="*/ 380 h 9316"/>
              <a:gd name="connsiteX38" fmla="*/ 5497 w 10010"/>
              <a:gd name="connsiteY38" fmla="*/ 259 h 9316"/>
              <a:gd name="connsiteX39" fmla="*/ 6157 w 10010"/>
              <a:gd name="connsiteY39" fmla="*/ 1419 h 9316"/>
              <a:gd name="connsiteX40" fmla="*/ 6675 w 10010"/>
              <a:gd name="connsiteY40" fmla="*/ 1956 h 9316"/>
              <a:gd name="connsiteX41" fmla="*/ 6324 w 10010"/>
              <a:gd name="connsiteY41" fmla="*/ 4363 h 9316"/>
              <a:gd name="connsiteX42" fmla="*/ 4971 w 10010"/>
              <a:gd name="connsiteY42" fmla="*/ 3670 h 9316"/>
              <a:gd name="connsiteX43" fmla="*/ 4069 w 10010"/>
              <a:gd name="connsiteY43" fmla="*/ 3428 h 9316"/>
              <a:gd name="connsiteX44" fmla="*/ 3743 w 10010"/>
              <a:gd name="connsiteY44" fmla="*/ 6095 h 9316"/>
              <a:gd name="connsiteX45" fmla="*/ 4645 w 10010"/>
              <a:gd name="connsiteY45" fmla="*/ 6891 h 9316"/>
              <a:gd name="connsiteX46" fmla="*/ 5564 w 10010"/>
              <a:gd name="connsiteY46" fmla="*/ 6839 h 9316"/>
              <a:gd name="connsiteX47" fmla="*/ 6591 w 10010"/>
              <a:gd name="connsiteY47" fmla="*/ 5922 h 9316"/>
              <a:gd name="connsiteX48" fmla="*/ 7084 w 10010"/>
              <a:gd name="connsiteY48" fmla="*/ 4900 h 9316"/>
              <a:gd name="connsiteX49" fmla="*/ 7153 w 10010"/>
              <a:gd name="connsiteY49" fmla="*/ 4467 h 9316"/>
              <a:gd name="connsiteX50" fmla="*/ 7153 w 10010"/>
              <a:gd name="connsiteY50" fmla="*/ 4467 h 9316"/>
              <a:gd name="connsiteX51" fmla="*/ 7160 w 10010"/>
              <a:gd name="connsiteY51" fmla="*/ 4406 h 9316"/>
              <a:gd name="connsiteX52" fmla="*/ 7151 w 10010"/>
              <a:gd name="connsiteY52" fmla="*/ 3515 h 9316"/>
              <a:gd name="connsiteX53" fmla="*/ 6074 w 10010"/>
              <a:gd name="connsiteY53" fmla="*/ 1714 h 9316"/>
              <a:gd name="connsiteX54" fmla="*/ 4754 w 10010"/>
              <a:gd name="connsiteY54" fmla="*/ 2580 h 9316"/>
              <a:gd name="connsiteX55" fmla="*/ 3885 w 10010"/>
              <a:gd name="connsiteY55" fmla="*/ 3324 h 9316"/>
              <a:gd name="connsiteX56" fmla="*/ 3250 w 10010"/>
              <a:gd name="connsiteY56" fmla="*/ 7324 h 9316"/>
              <a:gd name="connsiteX57" fmla="*/ 3734 w 10010"/>
              <a:gd name="connsiteY57" fmla="*/ 8311 h 9316"/>
              <a:gd name="connsiteX58" fmla="*/ 4695 w 10010"/>
              <a:gd name="connsiteY58" fmla="*/ 9316 h 9316"/>
              <a:gd name="connsiteX59" fmla="*/ 5848 w 10010"/>
              <a:gd name="connsiteY59" fmla="*/ 8484 h 9316"/>
              <a:gd name="connsiteX60" fmla="*/ 6391 w 10010"/>
              <a:gd name="connsiteY60" fmla="*/ 8484 h 9316"/>
              <a:gd name="connsiteX61" fmla="*/ 6884 w 10010"/>
              <a:gd name="connsiteY61" fmla="*/ 7393 h 9316"/>
              <a:gd name="connsiteX62" fmla="*/ 7059 w 10010"/>
              <a:gd name="connsiteY62" fmla="*/ 5904 h 9316"/>
              <a:gd name="connsiteX63" fmla="*/ 7377 w 10010"/>
              <a:gd name="connsiteY63" fmla="*/ 4744 h 9316"/>
              <a:gd name="connsiteX64" fmla="*/ 7268 w 10010"/>
              <a:gd name="connsiteY64" fmla="*/ 3688 h 9316"/>
              <a:gd name="connsiteX65" fmla="*/ 6332 w 10010"/>
              <a:gd name="connsiteY65" fmla="*/ 2770 h 9316"/>
              <a:gd name="connsiteX66" fmla="*/ 5063 w 10010"/>
              <a:gd name="connsiteY66" fmla="*/ 2839 h 9316"/>
              <a:gd name="connsiteX67" fmla="*/ 4110 w 10010"/>
              <a:gd name="connsiteY67" fmla="*/ 1662 h 9316"/>
              <a:gd name="connsiteX68" fmla="*/ 3166 w 10010"/>
              <a:gd name="connsiteY68" fmla="*/ 2493 h 9316"/>
              <a:gd name="connsiteX69" fmla="*/ 3047 w 10010"/>
              <a:gd name="connsiteY69" fmla="*/ 4493 h 9316"/>
              <a:gd name="connsiteX70" fmla="*/ 4144 w 10010"/>
              <a:gd name="connsiteY70" fmla="*/ 7393 h 9316"/>
              <a:gd name="connsiteX71" fmla="*/ 5689 w 10010"/>
              <a:gd name="connsiteY71" fmla="*/ 7238 h 9316"/>
              <a:gd name="connsiteX72" fmla="*/ 6658 w 10010"/>
              <a:gd name="connsiteY72" fmla="*/ 7238 h 9316"/>
              <a:gd name="connsiteX73" fmla="*/ 7268 w 10010"/>
              <a:gd name="connsiteY73" fmla="*/ 5956 h 9316"/>
              <a:gd name="connsiteX74" fmla="*/ 6115 w 10010"/>
              <a:gd name="connsiteY74" fmla="*/ 3445 h 9316"/>
              <a:gd name="connsiteX75" fmla="*/ 5021 w 10010"/>
              <a:gd name="connsiteY75" fmla="*/ 3186 h 9316"/>
              <a:gd name="connsiteX76" fmla="*/ 5263 w 10010"/>
              <a:gd name="connsiteY76" fmla="*/ 5454 h 9316"/>
              <a:gd name="connsiteX77" fmla="*/ 4561 w 10010"/>
              <a:gd name="connsiteY77" fmla="*/ 5679 h 9316"/>
              <a:gd name="connsiteX78" fmla="*/ 4069 w 10010"/>
              <a:gd name="connsiteY78" fmla="*/ 4103 h 9316"/>
              <a:gd name="connsiteX79" fmla="*/ 5021 w 10010"/>
              <a:gd name="connsiteY79" fmla="*/ 4692 h 9316"/>
              <a:gd name="connsiteX80" fmla="*/ 3609 w 10010"/>
              <a:gd name="connsiteY80" fmla="*/ 6978 h 9316"/>
              <a:gd name="connsiteX81" fmla="*/ 5238 w 10010"/>
              <a:gd name="connsiteY81" fmla="*/ 7896 h 9316"/>
              <a:gd name="connsiteX82" fmla="*/ 5606 w 10010"/>
              <a:gd name="connsiteY82" fmla="*/ 5056 h 9316"/>
              <a:gd name="connsiteX83" fmla="*/ 3659 w 10010"/>
              <a:gd name="connsiteY83" fmla="*/ 2320 h 9316"/>
              <a:gd name="connsiteX84" fmla="*/ 4252 w 10010"/>
              <a:gd name="connsiteY84" fmla="*/ 502 h 9316"/>
              <a:gd name="connsiteX85" fmla="*/ 6090 w 10010"/>
              <a:gd name="connsiteY85" fmla="*/ 883 h 9316"/>
              <a:gd name="connsiteX86" fmla="*/ 5472 w 10010"/>
              <a:gd name="connsiteY86" fmla="*/ 5627 h 9316"/>
              <a:gd name="connsiteX87" fmla="*/ 6316 w 10010"/>
              <a:gd name="connsiteY87" fmla="*/ 7999 h 9316"/>
              <a:gd name="connsiteX88" fmla="*/ 6107 w 10010"/>
              <a:gd name="connsiteY88" fmla="*/ 3826 h 9316"/>
              <a:gd name="connsiteX89" fmla="*/ 3793 w 10010"/>
              <a:gd name="connsiteY89" fmla="*/ 4519 h 9316"/>
              <a:gd name="connsiteX90" fmla="*/ 4327 w 10010"/>
              <a:gd name="connsiteY90" fmla="*/ 7861 h 9316"/>
              <a:gd name="connsiteX91" fmla="*/ 5556 w 10010"/>
              <a:gd name="connsiteY91" fmla="*/ 9056 h 9316"/>
              <a:gd name="connsiteX92" fmla="*/ 6884 w 10010"/>
              <a:gd name="connsiteY92" fmla="*/ 6095 h 9316"/>
              <a:gd name="connsiteX93" fmla="*/ 6140 w 10010"/>
              <a:gd name="connsiteY93" fmla="*/ 2389 h 9316"/>
              <a:gd name="connsiteX94" fmla="*/ 4002 w 10010"/>
              <a:gd name="connsiteY94" fmla="*/ 1367 h 9316"/>
              <a:gd name="connsiteX95" fmla="*/ 3551 w 10010"/>
              <a:gd name="connsiteY95" fmla="*/ 6199 h 9316"/>
              <a:gd name="connsiteX96" fmla="*/ 6199 w 10010"/>
              <a:gd name="connsiteY96" fmla="*/ 4848 h 9316"/>
              <a:gd name="connsiteX97" fmla="*/ 5288 w 10010"/>
              <a:gd name="connsiteY97" fmla="*/ 2406 h 9316"/>
              <a:gd name="connsiteX98" fmla="*/ 4745 w 10010"/>
              <a:gd name="connsiteY98" fmla="*/ 1679 h 9316"/>
              <a:gd name="connsiteX99" fmla="*/ 4745 w 10010"/>
              <a:gd name="connsiteY99" fmla="*/ 2926 h 9316"/>
              <a:gd name="connsiteX100" fmla="*/ 5597 w 10010"/>
              <a:gd name="connsiteY100" fmla="*/ 2354 h 9316"/>
              <a:gd name="connsiteX101" fmla="*/ 4820 w 10010"/>
              <a:gd name="connsiteY101" fmla="*/ 2268 h 9316"/>
              <a:gd name="connsiteX102" fmla="*/ 4612 w 10010"/>
              <a:gd name="connsiteY102" fmla="*/ 5229 h 9316"/>
              <a:gd name="connsiteX103" fmla="*/ 6124 w 10010"/>
              <a:gd name="connsiteY103" fmla="*/ 8294 h 9316"/>
              <a:gd name="connsiteX104" fmla="*/ 7084 w 10010"/>
              <a:gd name="connsiteY104" fmla="*/ 6961 h 9316"/>
              <a:gd name="connsiteX105" fmla="*/ 7118 w 10010"/>
              <a:gd name="connsiteY105" fmla="*/ 2718 h 9316"/>
              <a:gd name="connsiteX106" fmla="*/ 5046 w 10010"/>
              <a:gd name="connsiteY106" fmla="*/ 1471 h 9316"/>
              <a:gd name="connsiteX107" fmla="*/ 3617 w 10010"/>
              <a:gd name="connsiteY107" fmla="*/ 2909 h 9316"/>
              <a:gd name="connsiteX108" fmla="*/ 3676 w 10010"/>
              <a:gd name="connsiteY108" fmla="*/ 1246 h 9316"/>
              <a:gd name="connsiteX109" fmla="*/ 6433 w 10010"/>
              <a:gd name="connsiteY109" fmla="*/ 1038 h 9316"/>
              <a:gd name="connsiteX110" fmla="*/ 6115 w 10010"/>
              <a:gd name="connsiteY110" fmla="*/ 6978 h 9316"/>
              <a:gd name="connsiteX111" fmla="*/ 5305 w 10010"/>
              <a:gd name="connsiteY111" fmla="*/ 9298 h 9316"/>
              <a:gd name="connsiteX112" fmla="*/ 3926 w 10010"/>
              <a:gd name="connsiteY112" fmla="*/ 4779 h 9316"/>
              <a:gd name="connsiteX113" fmla="*/ 7853 w 10010"/>
              <a:gd name="connsiteY113" fmla="*/ 6077 h 9316"/>
              <a:gd name="connsiteX114" fmla="*/ 9541 w 10010"/>
              <a:gd name="connsiteY114" fmla="*/ 5038 h 9316"/>
              <a:gd name="connsiteX115" fmla="*/ 10010 w 10010"/>
              <a:gd name="connsiteY115" fmla="*/ 3999 h 9316"/>
              <a:gd name="connsiteX0" fmla="*/ 0 w 9900"/>
              <a:gd name="connsiteY0" fmla="*/ 9107 h 10000"/>
              <a:gd name="connsiteX1" fmla="*/ 3080 w 9900"/>
              <a:gd name="connsiteY1" fmla="*/ 5557 h 10000"/>
              <a:gd name="connsiteX2" fmla="*/ 5074 w 9900"/>
              <a:gd name="connsiteY2" fmla="*/ 6710 h 10000"/>
              <a:gd name="connsiteX3" fmla="*/ 6518 w 9900"/>
              <a:gd name="connsiteY3" fmla="*/ 5929 h 10000"/>
              <a:gd name="connsiteX4" fmla="*/ 6885 w 9900"/>
              <a:gd name="connsiteY4" fmla="*/ 4479 h 10000"/>
              <a:gd name="connsiteX5" fmla="*/ 6368 w 9900"/>
              <a:gd name="connsiteY5" fmla="*/ 2267 h 10000"/>
              <a:gd name="connsiteX6" fmla="*/ 5467 w 9900"/>
              <a:gd name="connsiteY6" fmla="*/ 3829 h 10000"/>
              <a:gd name="connsiteX7" fmla="*/ 5992 w 9900"/>
              <a:gd name="connsiteY7" fmla="*/ 5780 h 10000"/>
              <a:gd name="connsiteX8" fmla="*/ 6509 w 9900"/>
              <a:gd name="connsiteY8" fmla="*/ 7193 h 10000"/>
              <a:gd name="connsiteX9" fmla="*/ 5934 w 9900"/>
              <a:gd name="connsiteY9" fmla="*/ 8698 h 10000"/>
              <a:gd name="connsiteX10" fmla="*/ 4673 w 9900"/>
              <a:gd name="connsiteY10" fmla="*/ 8717 h 10000"/>
              <a:gd name="connsiteX11" fmla="*/ 4632 w 9900"/>
              <a:gd name="connsiteY11" fmla="*/ 4869 h 10000"/>
              <a:gd name="connsiteX12" fmla="*/ 5742 w 9900"/>
              <a:gd name="connsiteY12" fmla="*/ 3995 h 10000"/>
              <a:gd name="connsiteX13" fmla="*/ 5900 w 9900"/>
              <a:gd name="connsiteY13" fmla="*/ 1691 h 10000"/>
              <a:gd name="connsiteX14" fmla="*/ 4449 w 9900"/>
              <a:gd name="connsiteY14" fmla="*/ 1059 h 10000"/>
              <a:gd name="connsiteX15" fmla="*/ 4403 w 9900"/>
              <a:gd name="connsiteY15" fmla="*/ 2583 h 10000"/>
              <a:gd name="connsiteX16" fmla="*/ 4615 w 9900"/>
              <a:gd name="connsiteY16" fmla="*/ 4293 h 10000"/>
              <a:gd name="connsiteX17" fmla="*/ 5016 w 9900"/>
              <a:gd name="connsiteY17" fmla="*/ 8197 h 10000"/>
              <a:gd name="connsiteX18" fmla="*/ 4399 w 9900"/>
              <a:gd name="connsiteY18" fmla="*/ 9200 h 10000"/>
              <a:gd name="connsiteX19" fmla="*/ 3489 w 9900"/>
              <a:gd name="connsiteY19" fmla="*/ 7676 h 10000"/>
              <a:gd name="connsiteX20" fmla="*/ 3414 w 9900"/>
              <a:gd name="connsiteY20" fmla="*/ 5130 h 10000"/>
              <a:gd name="connsiteX21" fmla="*/ 3180 w 9900"/>
              <a:gd name="connsiteY21" fmla="*/ 3476 h 10000"/>
              <a:gd name="connsiteX22" fmla="*/ 3630 w 9900"/>
              <a:gd name="connsiteY22" fmla="*/ 1802 h 10000"/>
              <a:gd name="connsiteX23" fmla="*/ 4307 w 9900"/>
              <a:gd name="connsiteY23" fmla="*/ 854 h 10000"/>
              <a:gd name="connsiteX24" fmla="*/ 5133 w 9900"/>
              <a:gd name="connsiteY24" fmla="*/ 1970 h 10000"/>
              <a:gd name="connsiteX25" fmla="*/ 6201 w 9900"/>
              <a:gd name="connsiteY25" fmla="*/ 1226 h 10000"/>
              <a:gd name="connsiteX26" fmla="*/ 6935 w 9900"/>
              <a:gd name="connsiteY26" fmla="*/ 2620 h 10000"/>
              <a:gd name="connsiteX27" fmla="*/ 6643 w 9900"/>
              <a:gd name="connsiteY27" fmla="*/ 5000 h 10000"/>
              <a:gd name="connsiteX28" fmla="*/ 6735 w 9900"/>
              <a:gd name="connsiteY28" fmla="*/ 6858 h 10000"/>
              <a:gd name="connsiteX29" fmla="*/ 6068 w 9900"/>
              <a:gd name="connsiteY29" fmla="*/ 8215 h 10000"/>
              <a:gd name="connsiteX30" fmla="*/ 5099 w 9900"/>
              <a:gd name="connsiteY30" fmla="*/ 9572 h 10000"/>
              <a:gd name="connsiteX31" fmla="*/ 4173 w 9900"/>
              <a:gd name="connsiteY31" fmla="*/ 8642 h 10000"/>
              <a:gd name="connsiteX32" fmla="*/ 2986 w 9900"/>
              <a:gd name="connsiteY32" fmla="*/ 6249 h 10000"/>
              <a:gd name="connsiteX33" fmla="*/ 2963 w 9900"/>
              <a:gd name="connsiteY33" fmla="*/ 6114 h 10000"/>
              <a:gd name="connsiteX34" fmla="*/ 3013 w 9900"/>
              <a:gd name="connsiteY34" fmla="*/ 3959 h 10000"/>
              <a:gd name="connsiteX35" fmla="*/ 3881 w 9900"/>
              <a:gd name="connsiteY35" fmla="*/ 3233 h 10000"/>
              <a:gd name="connsiteX36" fmla="*/ 4165 w 9900"/>
              <a:gd name="connsiteY36" fmla="*/ 2211 h 10000"/>
              <a:gd name="connsiteX37" fmla="*/ 4615 w 9900"/>
              <a:gd name="connsiteY37" fmla="*/ 408 h 10000"/>
              <a:gd name="connsiteX38" fmla="*/ 5492 w 9900"/>
              <a:gd name="connsiteY38" fmla="*/ 278 h 10000"/>
              <a:gd name="connsiteX39" fmla="*/ 6151 w 9900"/>
              <a:gd name="connsiteY39" fmla="*/ 1523 h 10000"/>
              <a:gd name="connsiteX40" fmla="*/ 6668 w 9900"/>
              <a:gd name="connsiteY40" fmla="*/ 2100 h 10000"/>
              <a:gd name="connsiteX41" fmla="*/ 6318 w 9900"/>
              <a:gd name="connsiteY41" fmla="*/ 4683 h 10000"/>
              <a:gd name="connsiteX42" fmla="*/ 4966 w 9900"/>
              <a:gd name="connsiteY42" fmla="*/ 3939 h 10000"/>
              <a:gd name="connsiteX43" fmla="*/ 4065 w 9900"/>
              <a:gd name="connsiteY43" fmla="*/ 3680 h 10000"/>
              <a:gd name="connsiteX44" fmla="*/ 3739 w 9900"/>
              <a:gd name="connsiteY44" fmla="*/ 6543 h 10000"/>
              <a:gd name="connsiteX45" fmla="*/ 4640 w 9900"/>
              <a:gd name="connsiteY45" fmla="*/ 7397 h 10000"/>
              <a:gd name="connsiteX46" fmla="*/ 5558 w 9900"/>
              <a:gd name="connsiteY46" fmla="*/ 7341 h 10000"/>
              <a:gd name="connsiteX47" fmla="*/ 6584 w 9900"/>
              <a:gd name="connsiteY47" fmla="*/ 6357 h 10000"/>
              <a:gd name="connsiteX48" fmla="*/ 7077 w 9900"/>
              <a:gd name="connsiteY48" fmla="*/ 5260 h 10000"/>
              <a:gd name="connsiteX49" fmla="*/ 7146 w 9900"/>
              <a:gd name="connsiteY49" fmla="*/ 4795 h 10000"/>
              <a:gd name="connsiteX50" fmla="*/ 7146 w 9900"/>
              <a:gd name="connsiteY50" fmla="*/ 4795 h 10000"/>
              <a:gd name="connsiteX51" fmla="*/ 7153 w 9900"/>
              <a:gd name="connsiteY51" fmla="*/ 4729 h 10000"/>
              <a:gd name="connsiteX52" fmla="*/ 7144 w 9900"/>
              <a:gd name="connsiteY52" fmla="*/ 3773 h 10000"/>
              <a:gd name="connsiteX53" fmla="*/ 6068 w 9900"/>
              <a:gd name="connsiteY53" fmla="*/ 1840 h 10000"/>
              <a:gd name="connsiteX54" fmla="*/ 4749 w 9900"/>
              <a:gd name="connsiteY54" fmla="*/ 2769 h 10000"/>
              <a:gd name="connsiteX55" fmla="*/ 3881 w 9900"/>
              <a:gd name="connsiteY55" fmla="*/ 3568 h 10000"/>
              <a:gd name="connsiteX56" fmla="*/ 3247 w 9900"/>
              <a:gd name="connsiteY56" fmla="*/ 7862 h 10000"/>
              <a:gd name="connsiteX57" fmla="*/ 3730 w 9900"/>
              <a:gd name="connsiteY57" fmla="*/ 8921 h 10000"/>
              <a:gd name="connsiteX58" fmla="*/ 4690 w 9900"/>
              <a:gd name="connsiteY58" fmla="*/ 10000 h 10000"/>
              <a:gd name="connsiteX59" fmla="*/ 5842 w 9900"/>
              <a:gd name="connsiteY59" fmla="*/ 9107 h 10000"/>
              <a:gd name="connsiteX60" fmla="*/ 6385 w 9900"/>
              <a:gd name="connsiteY60" fmla="*/ 9107 h 10000"/>
              <a:gd name="connsiteX61" fmla="*/ 6877 w 9900"/>
              <a:gd name="connsiteY61" fmla="*/ 7936 h 10000"/>
              <a:gd name="connsiteX62" fmla="*/ 7052 w 9900"/>
              <a:gd name="connsiteY62" fmla="*/ 6337 h 10000"/>
              <a:gd name="connsiteX63" fmla="*/ 7370 w 9900"/>
              <a:gd name="connsiteY63" fmla="*/ 5092 h 10000"/>
              <a:gd name="connsiteX64" fmla="*/ 7261 w 9900"/>
              <a:gd name="connsiteY64" fmla="*/ 3959 h 10000"/>
              <a:gd name="connsiteX65" fmla="*/ 6326 w 9900"/>
              <a:gd name="connsiteY65" fmla="*/ 2973 h 10000"/>
              <a:gd name="connsiteX66" fmla="*/ 5058 w 9900"/>
              <a:gd name="connsiteY66" fmla="*/ 3047 h 10000"/>
              <a:gd name="connsiteX67" fmla="*/ 4106 w 9900"/>
              <a:gd name="connsiteY67" fmla="*/ 1784 h 10000"/>
              <a:gd name="connsiteX68" fmla="*/ 3163 w 9900"/>
              <a:gd name="connsiteY68" fmla="*/ 2676 h 10000"/>
              <a:gd name="connsiteX69" fmla="*/ 3044 w 9900"/>
              <a:gd name="connsiteY69" fmla="*/ 4823 h 10000"/>
              <a:gd name="connsiteX70" fmla="*/ 4140 w 9900"/>
              <a:gd name="connsiteY70" fmla="*/ 7936 h 10000"/>
              <a:gd name="connsiteX71" fmla="*/ 5683 w 9900"/>
              <a:gd name="connsiteY71" fmla="*/ 7769 h 10000"/>
              <a:gd name="connsiteX72" fmla="*/ 6651 w 9900"/>
              <a:gd name="connsiteY72" fmla="*/ 7769 h 10000"/>
              <a:gd name="connsiteX73" fmla="*/ 7261 w 9900"/>
              <a:gd name="connsiteY73" fmla="*/ 6393 h 10000"/>
              <a:gd name="connsiteX74" fmla="*/ 6109 w 9900"/>
              <a:gd name="connsiteY74" fmla="*/ 3698 h 10000"/>
              <a:gd name="connsiteX75" fmla="*/ 5016 w 9900"/>
              <a:gd name="connsiteY75" fmla="*/ 3420 h 10000"/>
              <a:gd name="connsiteX76" fmla="*/ 5258 w 9900"/>
              <a:gd name="connsiteY76" fmla="*/ 5854 h 10000"/>
              <a:gd name="connsiteX77" fmla="*/ 4556 w 9900"/>
              <a:gd name="connsiteY77" fmla="*/ 6096 h 10000"/>
              <a:gd name="connsiteX78" fmla="*/ 4065 w 9900"/>
              <a:gd name="connsiteY78" fmla="*/ 4404 h 10000"/>
              <a:gd name="connsiteX79" fmla="*/ 5016 w 9900"/>
              <a:gd name="connsiteY79" fmla="*/ 5036 h 10000"/>
              <a:gd name="connsiteX80" fmla="*/ 3605 w 9900"/>
              <a:gd name="connsiteY80" fmla="*/ 7490 h 10000"/>
              <a:gd name="connsiteX81" fmla="*/ 5233 w 9900"/>
              <a:gd name="connsiteY81" fmla="*/ 8476 h 10000"/>
              <a:gd name="connsiteX82" fmla="*/ 5600 w 9900"/>
              <a:gd name="connsiteY82" fmla="*/ 5427 h 10000"/>
              <a:gd name="connsiteX83" fmla="*/ 3655 w 9900"/>
              <a:gd name="connsiteY83" fmla="*/ 2490 h 10000"/>
              <a:gd name="connsiteX84" fmla="*/ 4248 w 9900"/>
              <a:gd name="connsiteY84" fmla="*/ 539 h 10000"/>
              <a:gd name="connsiteX85" fmla="*/ 6084 w 9900"/>
              <a:gd name="connsiteY85" fmla="*/ 948 h 10000"/>
              <a:gd name="connsiteX86" fmla="*/ 5467 w 9900"/>
              <a:gd name="connsiteY86" fmla="*/ 6040 h 10000"/>
              <a:gd name="connsiteX87" fmla="*/ 6310 w 9900"/>
              <a:gd name="connsiteY87" fmla="*/ 8586 h 10000"/>
              <a:gd name="connsiteX88" fmla="*/ 6101 w 9900"/>
              <a:gd name="connsiteY88" fmla="*/ 4107 h 10000"/>
              <a:gd name="connsiteX89" fmla="*/ 3789 w 9900"/>
              <a:gd name="connsiteY89" fmla="*/ 4851 h 10000"/>
              <a:gd name="connsiteX90" fmla="*/ 4323 w 9900"/>
              <a:gd name="connsiteY90" fmla="*/ 8438 h 10000"/>
              <a:gd name="connsiteX91" fmla="*/ 5550 w 9900"/>
              <a:gd name="connsiteY91" fmla="*/ 9721 h 10000"/>
              <a:gd name="connsiteX92" fmla="*/ 6877 w 9900"/>
              <a:gd name="connsiteY92" fmla="*/ 6543 h 10000"/>
              <a:gd name="connsiteX93" fmla="*/ 6134 w 9900"/>
              <a:gd name="connsiteY93" fmla="*/ 2564 h 10000"/>
              <a:gd name="connsiteX94" fmla="*/ 3998 w 9900"/>
              <a:gd name="connsiteY94" fmla="*/ 1467 h 10000"/>
              <a:gd name="connsiteX95" fmla="*/ 3547 w 9900"/>
              <a:gd name="connsiteY95" fmla="*/ 6654 h 10000"/>
              <a:gd name="connsiteX96" fmla="*/ 6193 w 9900"/>
              <a:gd name="connsiteY96" fmla="*/ 5204 h 10000"/>
              <a:gd name="connsiteX97" fmla="*/ 5283 w 9900"/>
              <a:gd name="connsiteY97" fmla="*/ 2583 h 10000"/>
              <a:gd name="connsiteX98" fmla="*/ 4740 w 9900"/>
              <a:gd name="connsiteY98" fmla="*/ 1802 h 10000"/>
              <a:gd name="connsiteX99" fmla="*/ 4740 w 9900"/>
              <a:gd name="connsiteY99" fmla="*/ 3141 h 10000"/>
              <a:gd name="connsiteX100" fmla="*/ 5591 w 9900"/>
              <a:gd name="connsiteY100" fmla="*/ 2527 h 10000"/>
              <a:gd name="connsiteX101" fmla="*/ 4815 w 9900"/>
              <a:gd name="connsiteY101" fmla="*/ 2435 h 10000"/>
              <a:gd name="connsiteX102" fmla="*/ 4607 w 9900"/>
              <a:gd name="connsiteY102" fmla="*/ 5613 h 10000"/>
              <a:gd name="connsiteX103" fmla="*/ 6118 w 9900"/>
              <a:gd name="connsiteY103" fmla="*/ 8903 h 10000"/>
              <a:gd name="connsiteX104" fmla="*/ 7077 w 9900"/>
              <a:gd name="connsiteY104" fmla="*/ 7472 h 10000"/>
              <a:gd name="connsiteX105" fmla="*/ 7111 w 9900"/>
              <a:gd name="connsiteY105" fmla="*/ 2918 h 10000"/>
              <a:gd name="connsiteX106" fmla="*/ 5041 w 9900"/>
              <a:gd name="connsiteY106" fmla="*/ 1579 h 10000"/>
              <a:gd name="connsiteX107" fmla="*/ 3613 w 9900"/>
              <a:gd name="connsiteY107" fmla="*/ 3123 h 10000"/>
              <a:gd name="connsiteX108" fmla="*/ 3672 w 9900"/>
              <a:gd name="connsiteY108" fmla="*/ 1337 h 10000"/>
              <a:gd name="connsiteX109" fmla="*/ 6427 w 9900"/>
              <a:gd name="connsiteY109" fmla="*/ 1114 h 10000"/>
              <a:gd name="connsiteX110" fmla="*/ 6109 w 9900"/>
              <a:gd name="connsiteY110" fmla="*/ 7490 h 10000"/>
              <a:gd name="connsiteX111" fmla="*/ 5300 w 9900"/>
              <a:gd name="connsiteY111" fmla="*/ 9981 h 10000"/>
              <a:gd name="connsiteX112" fmla="*/ 3922 w 9900"/>
              <a:gd name="connsiteY112" fmla="*/ 5130 h 10000"/>
              <a:gd name="connsiteX113" fmla="*/ 7845 w 9900"/>
              <a:gd name="connsiteY113" fmla="*/ 6523 h 10000"/>
              <a:gd name="connsiteX114" fmla="*/ 9531 w 9900"/>
              <a:gd name="connsiteY114" fmla="*/ 5408 h 10000"/>
              <a:gd name="connsiteX115" fmla="*/ 9900 w 9900"/>
              <a:gd name="connsiteY115" fmla="*/ 4536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9900" h="10000">
                <a:moveTo>
                  <a:pt x="0" y="9107"/>
                </a:moveTo>
                <a:cubicBezTo>
                  <a:pt x="1027" y="5278"/>
                  <a:pt x="2666" y="5404"/>
                  <a:pt x="3080" y="5557"/>
                </a:cubicBezTo>
                <a:cubicBezTo>
                  <a:pt x="3912" y="5868"/>
                  <a:pt x="4142" y="6593"/>
                  <a:pt x="5074" y="6710"/>
                </a:cubicBezTo>
                <a:cubicBezTo>
                  <a:pt x="6036" y="6826"/>
                  <a:pt x="6416" y="6134"/>
                  <a:pt x="6518" y="5929"/>
                </a:cubicBezTo>
                <a:cubicBezTo>
                  <a:pt x="6599" y="5766"/>
                  <a:pt x="6841" y="5269"/>
                  <a:pt x="6885" y="4479"/>
                </a:cubicBezTo>
                <a:cubicBezTo>
                  <a:pt x="6931" y="3680"/>
                  <a:pt x="6781" y="2481"/>
                  <a:pt x="6368" y="2267"/>
                </a:cubicBezTo>
                <a:cubicBezTo>
                  <a:pt x="5940" y="2044"/>
                  <a:pt x="5494" y="3020"/>
                  <a:pt x="5467" y="3829"/>
                </a:cubicBezTo>
                <a:cubicBezTo>
                  <a:pt x="5448" y="4410"/>
                  <a:pt x="5648" y="4911"/>
                  <a:pt x="5992" y="5780"/>
                </a:cubicBezTo>
                <a:cubicBezTo>
                  <a:pt x="6335" y="6640"/>
                  <a:pt x="6500" y="6752"/>
                  <a:pt x="6509" y="7193"/>
                </a:cubicBezTo>
                <a:cubicBezTo>
                  <a:pt x="6528" y="7987"/>
                  <a:pt x="6009" y="8610"/>
                  <a:pt x="5934" y="8698"/>
                </a:cubicBezTo>
                <a:cubicBezTo>
                  <a:pt x="5880" y="8763"/>
                  <a:pt x="5168" y="9558"/>
                  <a:pt x="4673" y="8717"/>
                </a:cubicBezTo>
                <a:cubicBezTo>
                  <a:pt x="4146" y="7820"/>
                  <a:pt x="4232" y="5673"/>
                  <a:pt x="4632" y="4869"/>
                </a:cubicBezTo>
                <a:cubicBezTo>
                  <a:pt x="4974" y="4186"/>
                  <a:pt x="5400" y="4771"/>
                  <a:pt x="5742" y="3995"/>
                </a:cubicBezTo>
                <a:cubicBezTo>
                  <a:pt x="5990" y="3434"/>
                  <a:pt x="6074" y="2425"/>
                  <a:pt x="5900" y="1691"/>
                </a:cubicBezTo>
                <a:cubicBezTo>
                  <a:pt x="5614" y="478"/>
                  <a:pt x="4726" y="376"/>
                  <a:pt x="4449" y="1059"/>
                </a:cubicBezTo>
                <a:cubicBezTo>
                  <a:pt x="4323" y="1371"/>
                  <a:pt x="4359" y="1876"/>
                  <a:pt x="4403" y="2583"/>
                </a:cubicBezTo>
                <a:cubicBezTo>
                  <a:pt x="4451" y="3392"/>
                  <a:pt x="4556" y="3967"/>
                  <a:pt x="4615" y="4293"/>
                </a:cubicBezTo>
                <a:cubicBezTo>
                  <a:pt x="4989" y="6379"/>
                  <a:pt x="5177" y="7425"/>
                  <a:pt x="5016" y="8197"/>
                </a:cubicBezTo>
                <a:cubicBezTo>
                  <a:pt x="4901" y="8740"/>
                  <a:pt x="4650" y="9149"/>
                  <a:pt x="4399" y="9200"/>
                </a:cubicBezTo>
                <a:cubicBezTo>
                  <a:pt x="3998" y="9280"/>
                  <a:pt x="3628" y="8438"/>
                  <a:pt x="3489" y="7676"/>
                </a:cubicBezTo>
                <a:cubicBezTo>
                  <a:pt x="3322" y="6766"/>
                  <a:pt x="3567" y="6439"/>
                  <a:pt x="3414" y="5130"/>
                </a:cubicBezTo>
                <a:cubicBezTo>
                  <a:pt x="3307" y="4214"/>
                  <a:pt x="3155" y="4103"/>
                  <a:pt x="3180" y="3476"/>
                </a:cubicBezTo>
                <a:cubicBezTo>
                  <a:pt x="3209" y="2750"/>
                  <a:pt x="3439" y="2235"/>
                  <a:pt x="3630" y="1802"/>
                </a:cubicBezTo>
                <a:cubicBezTo>
                  <a:pt x="3864" y="1277"/>
                  <a:pt x="4056" y="850"/>
                  <a:pt x="4307" y="854"/>
                </a:cubicBezTo>
                <a:cubicBezTo>
                  <a:pt x="4680" y="864"/>
                  <a:pt x="4728" y="1826"/>
                  <a:pt x="5133" y="1970"/>
                </a:cubicBezTo>
                <a:cubicBezTo>
                  <a:pt x="5566" y="2123"/>
                  <a:pt x="5733" y="1100"/>
                  <a:pt x="6201" y="1226"/>
                </a:cubicBezTo>
                <a:cubicBezTo>
                  <a:pt x="6528" y="1315"/>
                  <a:pt x="6862" y="1928"/>
                  <a:pt x="6935" y="2620"/>
                </a:cubicBezTo>
                <a:cubicBezTo>
                  <a:pt x="7023" y="3452"/>
                  <a:pt x="6664" y="3745"/>
                  <a:pt x="6643" y="5000"/>
                </a:cubicBezTo>
                <a:cubicBezTo>
                  <a:pt x="6626" y="5970"/>
                  <a:pt x="6837" y="6194"/>
                  <a:pt x="6735" y="6858"/>
                </a:cubicBezTo>
                <a:cubicBezTo>
                  <a:pt x="6685" y="7188"/>
                  <a:pt x="6601" y="7341"/>
                  <a:pt x="6068" y="8215"/>
                </a:cubicBezTo>
                <a:cubicBezTo>
                  <a:pt x="5310" y="9456"/>
                  <a:pt x="5233" y="9549"/>
                  <a:pt x="5099" y="9572"/>
                </a:cubicBezTo>
                <a:cubicBezTo>
                  <a:pt x="4924" y="9605"/>
                  <a:pt x="4673" y="9284"/>
                  <a:pt x="4173" y="8642"/>
                </a:cubicBezTo>
                <a:cubicBezTo>
                  <a:pt x="3513" y="7802"/>
                  <a:pt x="3144" y="7114"/>
                  <a:pt x="2986" y="6249"/>
                </a:cubicBezTo>
                <a:cubicBezTo>
                  <a:pt x="2973" y="6180"/>
                  <a:pt x="2965" y="6124"/>
                  <a:pt x="2963" y="6114"/>
                </a:cubicBezTo>
                <a:cubicBezTo>
                  <a:pt x="2871" y="5529"/>
                  <a:pt x="2808" y="4498"/>
                  <a:pt x="3013" y="3959"/>
                </a:cubicBezTo>
                <a:cubicBezTo>
                  <a:pt x="3230" y="3387"/>
                  <a:pt x="3549" y="3893"/>
                  <a:pt x="3881" y="3233"/>
                </a:cubicBezTo>
                <a:cubicBezTo>
                  <a:pt x="3950" y="3095"/>
                  <a:pt x="4023" y="2797"/>
                  <a:pt x="4165" y="2211"/>
                </a:cubicBezTo>
                <a:cubicBezTo>
                  <a:pt x="4488" y="873"/>
                  <a:pt x="4461" y="664"/>
                  <a:pt x="4615" y="408"/>
                </a:cubicBezTo>
                <a:cubicBezTo>
                  <a:pt x="4861" y="4"/>
                  <a:pt x="5237" y="32"/>
                  <a:pt x="5492" y="278"/>
                </a:cubicBezTo>
                <a:cubicBezTo>
                  <a:pt x="5788" y="567"/>
                  <a:pt x="5760" y="1004"/>
                  <a:pt x="6151" y="1523"/>
                </a:cubicBezTo>
                <a:cubicBezTo>
                  <a:pt x="6456" y="1928"/>
                  <a:pt x="6566" y="1788"/>
                  <a:pt x="6668" y="2100"/>
                </a:cubicBezTo>
                <a:cubicBezTo>
                  <a:pt x="6883" y="2755"/>
                  <a:pt x="6704" y="4302"/>
                  <a:pt x="6318" y="4683"/>
                </a:cubicBezTo>
                <a:cubicBezTo>
                  <a:pt x="6072" y="4925"/>
                  <a:pt x="5909" y="4535"/>
                  <a:pt x="4966" y="3939"/>
                </a:cubicBezTo>
                <a:cubicBezTo>
                  <a:pt x="4288" y="3512"/>
                  <a:pt x="4156" y="3578"/>
                  <a:pt x="4065" y="3680"/>
                </a:cubicBezTo>
                <a:cubicBezTo>
                  <a:pt x="3678" y="4103"/>
                  <a:pt x="3477" y="5655"/>
                  <a:pt x="3739" y="6543"/>
                </a:cubicBezTo>
                <a:cubicBezTo>
                  <a:pt x="3914" y="7133"/>
                  <a:pt x="4246" y="7253"/>
                  <a:pt x="4640" y="7397"/>
                </a:cubicBezTo>
                <a:cubicBezTo>
                  <a:pt x="4730" y="7430"/>
                  <a:pt x="5093" y="7550"/>
                  <a:pt x="5558" y="7341"/>
                </a:cubicBezTo>
                <a:cubicBezTo>
                  <a:pt x="6040" y="7128"/>
                  <a:pt x="6354" y="6682"/>
                  <a:pt x="6584" y="6357"/>
                </a:cubicBezTo>
                <a:cubicBezTo>
                  <a:pt x="6841" y="5994"/>
                  <a:pt x="6992" y="5678"/>
                  <a:pt x="7077" y="5260"/>
                </a:cubicBezTo>
                <a:cubicBezTo>
                  <a:pt x="7121" y="5050"/>
                  <a:pt x="7142" y="4841"/>
                  <a:pt x="7146" y="4795"/>
                </a:cubicBezTo>
                <a:lnTo>
                  <a:pt x="7146" y="4795"/>
                </a:lnTo>
                <a:cubicBezTo>
                  <a:pt x="7153" y="4763"/>
                  <a:pt x="7153" y="4729"/>
                  <a:pt x="7153" y="4729"/>
                </a:cubicBezTo>
                <a:cubicBezTo>
                  <a:pt x="7155" y="4702"/>
                  <a:pt x="7167" y="4019"/>
                  <a:pt x="7144" y="3773"/>
                </a:cubicBezTo>
                <a:cubicBezTo>
                  <a:pt x="7100" y="3289"/>
                  <a:pt x="6695" y="2002"/>
                  <a:pt x="6068" y="1840"/>
                </a:cubicBezTo>
                <a:cubicBezTo>
                  <a:pt x="5898" y="1798"/>
                  <a:pt x="5806" y="1858"/>
                  <a:pt x="4749" y="2769"/>
                </a:cubicBezTo>
                <a:cubicBezTo>
                  <a:pt x="4213" y="3229"/>
                  <a:pt x="3945" y="3462"/>
                  <a:pt x="3881" y="3568"/>
                </a:cubicBezTo>
                <a:cubicBezTo>
                  <a:pt x="3289" y="4544"/>
                  <a:pt x="2944" y="6584"/>
                  <a:pt x="3247" y="7862"/>
                </a:cubicBezTo>
                <a:cubicBezTo>
                  <a:pt x="3337" y="8247"/>
                  <a:pt x="3468" y="8470"/>
                  <a:pt x="3730" y="8921"/>
                </a:cubicBezTo>
                <a:cubicBezTo>
                  <a:pt x="4079" y="9521"/>
                  <a:pt x="4349" y="9986"/>
                  <a:pt x="4690" y="10000"/>
                </a:cubicBezTo>
                <a:cubicBezTo>
                  <a:pt x="5177" y="10023"/>
                  <a:pt x="5254" y="9112"/>
                  <a:pt x="5842" y="9107"/>
                </a:cubicBezTo>
                <a:cubicBezTo>
                  <a:pt x="6097" y="9107"/>
                  <a:pt x="6189" y="9274"/>
                  <a:pt x="6385" y="9107"/>
                </a:cubicBezTo>
                <a:cubicBezTo>
                  <a:pt x="6685" y="8851"/>
                  <a:pt x="6831" y="8150"/>
                  <a:pt x="6877" y="7936"/>
                </a:cubicBezTo>
                <a:cubicBezTo>
                  <a:pt x="7025" y="7229"/>
                  <a:pt x="6902" y="7063"/>
                  <a:pt x="7052" y="6337"/>
                </a:cubicBezTo>
                <a:cubicBezTo>
                  <a:pt x="7190" y="5673"/>
                  <a:pt x="7332" y="5627"/>
                  <a:pt x="7370" y="5092"/>
                </a:cubicBezTo>
                <a:cubicBezTo>
                  <a:pt x="7412" y="4512"/>
                  <a:pt x="7282" y="4033"/>
                  <a:pt x="7261" y="3959"/>
                </a:cubicBezTo>
                <a:cubicBezTo>
                  <a:pt x="7054" y="3215"/>
                  <a:pt x="6628" y="3067"/>
                  <a:pt x="6326" y="2973"/>
                </a:cubicBezTo>
                <a:cubicBezTo>
                  <a:pt x="5629" y="2755"/>
                  <a:pt x="5518" y="3359"/>
                  <a:pt x="5058" y="3047"/>
                </a:cubicBezTo>
                <a:cubicBezTo>
                  <a:pt x="4556" y="2708"/>
                  <a:pt x="4556" y="1914"/>
                  <a:pt x="4106" y="1784"/>
                </a:cubicBezTo>
                <a:cubicBezTo>
                  <a:pt x="3772" y="1686"/>
                  <a:pt x="3378" y="2012"/>
                  <a:pt x="3163" y="2676"/>
                </a:cubicBezTo>
                <a:cubicBezTo>
                  <a:pt x="2923" y="3420"/>
                  <a:pt x="2998" y="4293"/>
                  <a:pt x="3044" y="4823"/>
                </a:cubicBezTo>
                <a:cubicBezTo>
                  <a:pt x="3149" y="6012"/>
                  <a:pt x="3526" y="7481"/>
                  <a:pt x="4140" y="7936"/>
                </a:cubicBezTo>
                <a:cubicBezTo>
                  <a:pt x="4634" y="8303"/>
                  <a:pt x="4717" y="7597"/>
                  <a:pt x="5683" y="7769"/>
                </a:cubicBezTo>
                <a:cubicBezTo>
                  <a:pt x="6134" y="7848"/>
                  <a:pt x="6339" y="8043"/>
                  <a:pt x="6651" y="7769"/>
                </a:cubicBezTo>
                <a:cubicBezTo>
                  <a:pt x="6693" y="7732"/>
                  <a:pt x="7199" y="7271"/>
                  <a:pt x="7261" y="6393"/>
                </a:cubicBezTo>
                <a:cubicBezTo>
                  <a:pt x="7366" y="4967"/>
                  <a:pt x="6205" y="3791"/>
                  <a:pt x="6109" y="3698"/>
                </a:cubicBezTo>
                <a:cubicBezTo>
                  <a:pt x="5783" y="3378"/>
                  <a:pt x="5166" y="2950"/>
                  <a:pt x="5016" y="3420"/>
                </a:cubicBezTo>
                <a:cubicBezTo>
                  <a:pt x="4843" y="3959"/>
                  <a:pt x="5457" y="5162"/>
                  <a:pt x="5258" y="5854"/>
                </a:cubicBezTo>
                <a:cubicBezTo>
                  <a:pt x="5139" y="6268"/>
                  <a:pt x="4790" y="6291"/>
                  <a:pt x="4556" y="6096"/>
                </a:cubicBezTo>
                <a:cubicBezTo>
                  <a:pt x="4177" y="5775"/>
                  <a:pt x="3954" y="4735"/>
                  <a:pt x="4065" y="4404"/>
                </a:cubicBezTo>
                <a:cubicBezTo>
                  <a:pt x="4207" y="3981"/>
                  <a:pt x="4976" y="4446"/>
                  <a:pt x="5016" y="5036"/>
                </a:cubicBezTo>
                <a:cubicBezTo>
                  <a:pt x="5072" y="5887"/>
                  <a:pt x="3576" y="6495"/>
                  <a:pt x="3605" y="7490"/>
                </a:cubicBezTo>
                <a:cubicBezTo>
                  <a:pt x="3628" y="8285"/>
                  <a:pt x="4623" y="9390"/>
                  <a:pt x="5233" y="8476"/>
                </a:cubicBezTo>
                <a:cubicBezTo>
                  <a:pt x="5650" y="7848"/>
                  <a:pt x="5792" y="6421"/>
                  <a:pt x="5600" y="5427"/>
                </a:cubicBezTo>
                <a:cubicBezTo>
                  <a:pt x="5233" y="3522"/>
                  <a:pt x="3772" y="3921"/>
                  <a:pt x="3655" y="2490"/>
                </a:cubicBezTo>
                <a:cubicBezTo>
                  <a:pt x="3576" y="1519"/>
                  <a:pt x="4190" y="623"/>
                  <a:pt x="4248" y="539"/>
                </a:cubicBezTo>
                <a:cubicBezTo>
                  <a:pt x="4891" y="-381"/>
                  <a:pt x="5854" y="-33"/>
                  <a:pt x="6084" y="948"/>
                </a:cubicBezTo>
                <a:cubicBezTo>
                  <a:pt x="6377" y="2197"/>
                  <a:pt x="5283" y="3628"/>
                  <a:pt x="5467" y="6040"/>
                </a:cubicBezTo>
                <a:cubicBezTo>
                  <a:pt x="5573" y="7453"/>
                  <a:pt x="6084" y="8740"/>
                  <a:pt x="6310" y="8586"/>
                </a:cubicBezTo>
                <a:cubicBezTo>
                  <a:pt x="6601" y="8387"/>
                  <a:pt x="6793" y="5478"/>
                  <a:pt x="6101" y="4107"/>
                </a:cubicBezTo>
                <a:cubicBezTo>
                  <a:pt x="5425" y="2769"/>
                  <a:pt x="4108" y="3294"/>
                  <a:pt x="3789" y="4851"/>
                </a:cubicBezTo>
                <a:cubicBezTo>
                  <a:pt x="3526" y="6134"/>
                  <a:pt x="4016" y="7736"/>
                  <a:pt x="4323" y="8438"/>
                </a:cubicBezTo>
                <a:cubicBezTo>
                  <a:pt x="4478" y="8791"/>
                  <a:pt x="4932" y="9841"/>
                  <a:pt x="5550" y="9721"/>
                </a:cubicBezTo>
                <a:cubicBezTo>
                  <a:pt x="6262" y="9581"/>
                  <a:pt x="6770" y="7973"/>
                  <a:pt x="6877" y="6543"/>
                </a:cubicBezTo>
                <a:cubicBezTo>
                  <a:pt x="7040" y="4376"/>
                  <a:pt x="6266" y="2830"/>
                  <a:pt x="6134" y="2564"/>
                </a:cubicBezTo>
                <a:cubicBezTo>
                  <a:pt x="6049" y="2393"/>
                  <a:pt x="4934" y="228"/>
                  <a:pt x="3998" y="1467"/>
                </a:cubicBezTo>
                <a:cubicBezTo>
                  <a:pt x="3192" y="2532"/>
                  <a:pt x="3027" y="5436"/>
                  <a:pt x="3547" y="6654"/>
                </a:cubicBezTo>
                <a:cubicBezTo>
                  <a:pt x="4236" y="8266"/>
                  <a:pt x="6078" y="6826"/>
                  <a:pt x="6193" y="5204"/>
                </a:cubicBezTo>
                <a:cubicBezTo>
                  <a:pt x="6237" y="4600"/>
                  <a:pt x="5913" y="3927"/>
                  <a:pt x="5283" y="2583"/>
                </a:cubicBezTo>
                <a:cubicBezTo>
                  <a:pt x="4911" y="1788"/>
                  <a:pt x="4797" y="1733"/>
                  <a:pt x="4740" y="1802"/>
                </a:cubicBezTo>
                <a:cubicBezTo>
                  <a:pt x="4604" y="1970"/>
                  <a:pt x="4573" y="2816"/>
                  <a:pt x="4740" y="3141"/>
                </a:cubicBezTo>
                <a:cubicBezTo>
                  <a:pt x="4989" y="3624"/>
                  <a:pt x="5612" y="2834"/>
                  <a:pt x="5591" y="2527"/>
                </a:cubicBezTo>
                <a:cubicBezTo>
                  <a:pt x="5575" y="2277"/>
                  <a:pt x="5102" y="2044"/>
                  <a:pt x="4815" y="2435"/>
                </a:cubicBezTo>
                <a:cubicBezTo>
                  <a:pt x="4409" y="2987"/>
                  <a:pt x="4497" y="4725"/>
                  <a:pt x="4607" y="5613"/>
                </a:cubicBezTo>
                <a:cubicBezTo>
                  <a:pt x="4776" y="6979"/>
                  <a:pt x="5338" y="9043"/>
                  <a:pt x="6118" y="8903"/>
                </a:cubicBezTo>
                <a:cubicBezTo>
                  <a:pt x="6647" y="8810"/>
                  <a:pt x="6988" y="7760"/>
                  <a:pt x="7077" y="7472"/>
                </a:cubicBezTo>
                <a:cubicBezTo>
                  <a:pt x="7474" y="6217"/>
                  <a:pt x="7557" y="4288"/>
                  <a:pt x="7111" y="2918"/>
                </a:cubicBezTo>
                <a:cubicBezTo>
                  <a:pt x="6587" y="1310"/>
                  <a:pt x="5593" y="1277"/>
                  <a:pt x="5041" y="1579"/>
                </a:cubicBezTo>
                <a:cubicBezTo>
                  <a:pt x="4238" y="2021"/>
                  <a:pt x="3837" y="3456"/>
                  <a:pt x="3613" y="3123"/>
                </a:cubicBezTo>
                <a:cubicBezTo>
                  <a:pt x="3460" y="2890"/>
                  <a:pt x="3491" y="1960"/>
                  <a:pt x="3672" y="1337"/>
                </a:cubicBezTo>
                <a:cubicBezTo>
                  <a:pt x="4133" y="-251"/>
                  <a:pt x="5773" y="-544"/>
                  <a:pt x="6427" y="1114"/>
                </a:cubicBezTo>
                <a:cubicBezTo>
                  <a:pt x="7031" y="2648"/>
                  <a:pt x="6541" y="5222"/>
                  <a:pt x="6109" y="7490"/>
                </a:cubicBezTo>
                <a:cubicBezTo>
                  <a:pt x="5857" y="8810"/>
                  <a:pt x="5654" y="9883"/>
                  <a:pt x="5300" y="9981"/>
                </a:cubicBezTo>
                <a:cubicBezTo>
                  <a:pt x="4563" y="10190"/>
                  <a:pt x="3551" y="6086"/>
                  <a:pt x="3922" y="5130"/>
                </a:cubicBezTo>
                <a:cubicBezTo>
                  <a:pt x="4275" y="4219"/>
                  <a:pt x="5712" y="6543"/>
                  <a:pt x="7845" y="6523"/>
                </a:cubicBezTo>
                <a:cubicBezTo>
                  <a:pt x="8294" y="6519"/>
                  <a:pt x="8963" y="6413"/>
                  <a:pt x="9531" y="5408"/>
                </a:cubicBezTo>
                <a:cubicBezTo>
                  <a:pt x="9754" y="5013"/>
                  <a:pt x="9812" y="4829"/>
                  <a:pt x="9900" y="4536"/>
                </a:cubicBez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a:buClrTx/>
              <a:defRPr/>
            </a:pPr>
            <a:endParaRPr lang="en-US" sz="1350" kern="1200">
              <a:solidFill>
                <a:srgbClr val="282F39"/>
              </a:solidFill>
              <a:latin typeface="Calibri" panose="020F0502020204030204"/>
              <a:ea typeface="+mn-ea"/>
              <a:cs typeface="+mn-cs"/>
            </a:endParaRPr>
          </a:p>
        </p:txBody>
      </p:sp>
      <p:grpSp>
        <p:nvGrpSpPr>
          <p:cNvPr id="11" name="Group 10">
            <a:extLst>
              <a:ext uri="{FF2B5EF4-FFF2-40B4-BE49-F238E27FC236}">
                <a16:creationId xmlns:a16="http://schemas.microsoft.com/office/drawing/2014/main" id="{DA5E3CF6-ED49-4147-836C-66E1207F8BD8}"/>
              </a:ext>
            </a:extLst>
          </p:cNvPr>
          <p:cNvGrpSpPr/>
          <p:nvPr/>
        </p:nvGrpSpPr>
        <p:grpSpPr>
          <a:xfrm>
            <a:off x="382141" y="3277462"/>
            <a:ext cx="977195" cy="1075759"/>
            <a:chOff x="1669020" y="3858368"/>
            <a:chExt cx="1828922" cy="2355351"/>
          </a:xfrm>
        </p:grpSpPr>
        <p:sp>
          <p:nvSpPr>
            <p:cNvPr id="15" name="Freeform 5">
              <a:extLst>
                <a:ext uri="{FF2B5EF4-FFF2-40B4-BE49-F238E27FC236}">
                  <a16:creationId xmlns:a16="http://schemas.microsoft.com/office/drawing/2014/main" id="{19DF06EE-FC93-4880-8B82-8A588624B6BD}"/>
                </a:ext>
              </a:extLst>
            </p:cNvPr>
            <p:cNvSpPr>
              <a:spLocks/>
            </p:cNvSpPr>
            <p:nvPr/>
          </p:nvSpPr>
          <p:spPr bwMode="auto">
            <a:xfrm>
              <a:off x="1669020" y="3858368"/>
              <a:ext cx="1828922" cy="2355351"/>
            </a:xfrm>
            <a:custGeom>
              <a:avLst/>
              <a:gdLst>
                <a:gd name="T0" fmla="*/ 1406 w 1411"/>
                <a:gd name="T1" fmla="*/ 919 h 1818"/>
                <a:gd name="T2" fmla="*/ 1378 w 1411"/>
                <a:gd name="T3" fmla="*/ 845 h 1818"/>
                <a:gd name="T4" fmla="*/ 1291 w 1411"/>
                <a:gd name="T5" fmla="*/ 682 h 1818"/>
                <a:gd name="T6" fmla="*/ 1263 w 1411"/>
                <a:gd name="T7" fmla="*/ 591 h 1818"/>
                <a:gd name="T8" fmla="*/ 1248 w 1411"/>
                <a:gd name="T9" fmla="*/ 466 h 1818"/>
                <a:gd name="T10" fmla="*/ 1192 w 1411"/>
                <a:gd name="T11" fmla="*/ 298 h 1818"/>
                <a:gd name="T12" fmla="*/ 1064 w 1411"/>
                <a:gd name="T13" fmla="*/ 135 h 1818"/>
                <a:gd name="T14" fmla="*/ 749 w 1411"/>
                <a:gd name="T15" fmla="*/ 10 h 1818"/>
                <a:gd name="T16" fmla="*/ 573 w 1411"/>
                <a:gd name="T17" fmla="*/ 8 h 1818"/>
                <a:gd name="T18" fmla="*/ 441 w 1411"/>
                <a:gd name="T19" fmla="*/ 25 h 1818"/>
                <a:gd name="T20" fmla="*/ 311 w 1411"/>
                <a:gd name="T21" fmla="*/ 69 h 1818"/>
                <a:gd name="T22" fmla="*/ 163 w 1411"/>
                <a:gd name="T23" fmla="*/ 160 h 1818"/>
                <a:gd name="T24" fmla="*/ 39 w 1411"/>
                <a:gd name="T25" fmla="*/ 351 h 1818"/>
                <a:gd name="T26" fmla="*/ 5 w 1411"/>
                <a:gd name="T27" fmla="*/ 514 h 1818"/>
                <a:gd name="T28" fmla="*/ 23 w 1411"/>
                <a:gd name="T29" fmla="*/ 749 h 1818"/>
                <a:gd name="T30" fmla="*/ 72 w 1411"/>
                <a:gd name="T31" fmla="*/ 899 h 1818"/>
                <a:gd name="T32" fmla="*/ 194 w 1411"/>
                <a:gd name="T33" fmla="*/ 1108 h 1818"/>
                <a:gd name="T34" fmla="*/ 201 w 1411"/>
                <a:gd name="T35" fmla="*/ 1123 h 1818"/>
                <a:gd name="T36" fmla="*/ 204 w 1411"/>
                <a:gd name="T37" fmla="*/ 1215 h 1818"/>
                <a:gd name="T38" fmla="*/ 199 w 1411"/>
                <a:gd name="T39" fmla="*/ 1474 h 1818"/>
                <a:gd name="T40" fmla="*/ 209 w 1411"/>
                <a:gd name="T41" fmla="*/ 1492 h 1818"/>
                <a:gd name="T42" fmla="*/ 334 w 1411"/>
                <a:gd name="T43" fmla="*/ 1551 h 1818"/>
                <a:gd name="T44" fmla="*/ 423 w 1411"/>
                <a:gd name="T45" fmla="*/ 1594 h 1818"/>
                <a:gd name="T46" fmla="*/ 553 w 1411"/>
                <a:gd name="T47" fmla="*/ 1658 h 1818"/>
                <a:gd name="T48" fmla="*/ 680 w 1411"/>
                <a:gd name="T49" fmla="*/ 1719 h 1818"/>
                <a:gd name="T50" fmla="*/ 833 w 1411"/>
                <a:gd name="T51" fmla="*/ 1790 h 1818"/>
                <a:gd name="T52" fmla="*/ 889 w 1411"/>
                <a:gd name="T53" fmla="*/ 1818 h 1818"/>
                <a:gd name="T54" fmla="*/ 955 w 1411"/>
                <a:gd name="T55" fmla="*/ 1431 h 1818"/>
                <a:gd name="T56" fmla="*/ 965 w 1411"/>
                <a:gd name="T57" fmla="*/ 1434 h 1818"/>
                <a:gd name="T58" fmla="*/ 1080 w 1411"/>
                <a:gd name="T59" fmla="*/ 1446 h 1818"/>
                <a:gd name="T60" fmla="*/ 1240 w 1411"/>
                <a:gd name="T61" fmla="*/ 1439 h 1818"/>
                <a:gd name="T62" fmla="*/ 1266 w 1411"/>
                <a:gd name="T63" fmla="*/ 1426 h 1818"/>
                <a:gd name="T64" fmla="*/ 1283 w 1411"/>
                <a:gd name="T65" fmla="*/ 1357 h 1818"/>
                <a:gd name="T66" fmla="*/ 1255 w 1411"/>
                <a:gd name="T67" fmla="*/ 1273 h 1818"/>
                <a:gd name="T68" fmla="*/ 1255 w 1411"/>
                <a:gd name="T69" fmla="*/ 1260 h 1818"/>
                <a:gd name="T70" fmla="*/ 1281 w 1411"/>
                <a:gd name="T71" fmla="*/ 1187 h 1818"/>
                <a:gd name="T72" fmla="*/ 1276 w 1411"/>
                <a:gd name="T73" fmla="*/ 1169 h 1818"/>
                <a:gd name="T74" fmla="*/ 1235 w 1411"/>
                <a:gd name="T75" fmla="*/ 1131 h 1818"/>
                <a:gd name="T76" fmla="*/ 1240 w 1411"/>
                <a:gd name="T77" fmla="*/ 1123 h 1818"/>
                <a:gd name="T78" fmla="*/ 1291 w 1411"/>
                <a:gd name="T79" fmla="*/ 1090 h 1818"/>
                <a:gd name="T80" fmla="*/ 1296 w 1411"/>
                <a:gd name="T81" fmla="*/ 1077 h 1818"/>
                <a:gd name="T82" fmla="*/ 1291 w 1411"/>
                <a:gd name="T83" fmla="*/ 1039 h 1818"/>
                <a:gd name="T84" fmla="*/ 1283 w 1411"/>
                <a:gd name="T85" fmla="*/ 980 h 1818"/>
                <a:gd name="T86" fmla="*/ 1370 w 1411"/>
                <a:gd name="T87" fmla="*/ 970 h 1818"/>
                <a:gd name="T88" fmla="*/ 1406 w 1411"/>
                <a:gd name="T89" fmla="*/ 919 h 18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11" h="1818">
                  <a:moveTo>
                    <a:pt x="1406" y="919"/>
                  </a:moveTo>
                  <a:cubicBezTo>
                    <a:pt x="1395" y="894"/>
                    <a:pt x="1390" y="868"/>
                    <a:pt x="1378" y="845"/>
                  </a:cubicBezTo>
                  <a:cubicBezTo>
                    <a:pt x="1350" y="792"/>
                    <a:pt x="1319" y="738"/>
                    <a:pt x="1291" y="682"/>
                  </a:cubicBezTo>
                  <a:cubicBezTo>
                    <a:pt x="1276" y="654"/>
                    <a:pt x="1263" y="626"/>
                    <a:pt x="1263" y="591"/>
                  </a:cubicBezTo>
                  <a:cubicBezTo>
                    <a:pt x="1260" y="550"/>
                    <a:pt x="1255" y="507"/>
                    <a:pt x="1248" y="466"/>
                  </a:cubicBezTo>
                  <a:cubicBezTo>
                    <a:pt x="1238" y="407"/>
                    <a:pt x="1220" y="351"/>
                    <a:pt x="1192" y="298"/>
                  </a:cubicBezTo>
                  <a:cubicBezTo>
                    <a:pt x="1161" y="234"/>
                    <a:pt x="1118" y="181"/>
                    <a:pt x="1064" y="135"/>
                  </a:cubicBezTo>
                  <a:cubicBezTo>
                    <a:pt x="973" y="59"/>
                    <a:pt x="866" y="23"/>
                    <a:pt x="749" y="10"/>
                  </a:cubicBezTo>
                  <a:cubicBezTo>
                    <a:pt x="690" y="3"/>
                    <a:pt x="632" y="0"/>
                    <a:pt x="573" y="8"/>
                  </a:cubicBezTo>
                  <a:cubicBezTo>
                    <a:pt x="527" y="13"/>
                    <a:pt x="484" y="15"/>
                    <a:pt x="441" y="25"/>
                  </a:cubicBezTo>
                  <a:cubicBezTo>
                    <a:pt x="395" y="36"/>
                    <a:pt x="354" y="51"/>
                    <a:pt x="311" y="69"/>
                  </a:cubicBezTo>
                  <a:cubicBezTo>
                    <a:pt x="255" y="89"/>
                    <a:pt x="207" y="122"/>
                    <a:pt x="163" y="160"/>
                  </a:cubicBezTo>
                  <a:cubicBezTo>
                    <a:pt x="105" y="214"/>
                    <a:pt x="64" y="278"/>
                    <a:pt x="39" y="351"/>
                  </a:cubicBezTo>
                  <a:cubicBezTo>
                    <a:pt x="18" y="405"/>
                    <a:pt x="8" y="461"/>
                    <a:pt x="5" y="514"/>
                  </a:cubicBezTo>
                  <a:cubicBezTo>
                    <a:pt x="0" y="593"/>
                    <a:pt x="5" y="672"/>
                    <a:pt x="23" y="749"/>
                  </a:cubicBezTo>
                  <a:cubicBezTo>
                    <a:pt x="33" y="800"/>
                    <a:pt x="51" y="850"/>
                    <a:pt x="72" y="899"/>
                  </a:cubicBezTo>
                  <a:cubicBezTo>
                    <a:pt x="102" y="973"/>
                    <a:pt x="143" y="1044"/>
                    <a:pt x="194" y="1108"/>
                  </a:cubicBezTo>
                  <a:cubicBezTo>
                    <a:pt x="199" y="1110"/>
                    <a:pt x="201" y="1118"/>
                    <a:pt x="201" y="1123"/>
                  </a:cubicBezTo>
                  <a:cubicBezTo>
                    <a:pt x="204" y="1153"/>
                    <a:pt x="204" y="1184"/>
                    <a:pt x="204" y="1215"/>
                  </a:cubicBezTo>
                  <a:cubicBezTo>
                    <a:pt x="204" y="1301"/>
                    <a:pt x="201" y="1388"/>
                    <a:pt x="199" y="1474"/>
                  </a:cubicBezTo>
                  <a:cubicBezTo>
                    <a:pt x="199" y="1484"/>
                    <a:pt x="199" y="1490"/>
                    <a:pt x="209" y="1492"/>
                  </a:cubicBezTo>
                  <a:cubicBezTo>
                    <a:pt x="250" y="1512"/>
                    <a:pt x="293" y="1530"/>
                    <a:pt x="334" y="1551"/>
                  </a:cubicBezTo>
                  <a:cubicBezTo>
                    <a:pt x="364" y="1563"/>
                    <a:pt x="392" y="1581"/>
                    <a:pt x="423" y="1594"/>
                  </a:cubicBezTo>
                  <a:cubicBezTo>
                    <a:pt x="466" y="1617"/>
                    <a:pt x="509" y="1637"/>
                    <a:pt x="553" y="1658"/>
                  </a:cubicBezTo>
                  <a:cubicBezTo>
                    <a:pt x="596" y="1678"/>
                    <a:pt x="637" y="1698"/>
                    <a:pt x="680" y="1719"/>
                  </a:cubicBezTo>
                  <a:cubicBezTo>
                    <a:pt x="731" y="1742"/>
                    <a:pt x="782" y="1767"/>
                    <a:pt x="833" y="1790"/>
                  </a:cubicBezTo>
                  <a:cubicBezTo>
                    <a:pt x="851" y="1800"/>
                    <a:pt x="868" y="1808"/>
                    <a:pt x="889" y="1818"/>
                  </a:cubicBezTo>
                  <a:cubicBezTo>
                    <a:pt x="912" y="1688"/>
                    <a:pt x="935" y="1561"/>
                    <a:pt x="955" y="1431"/>
                  </a:cubicBezTo>
                  <a:cubicBezTo>
                    <a:pt x="960" y="1431"/>
                    <a:pt x="963" y="1431"/>
                    <a:pt x="965" y="1434"/>
                  </a:cubicBezTo>
                  <a:cubicBezTo>
                    <a:pt x="1003" y="1439"/>
                    <a:pt x="1042" y="1444"/>
                    <a:pt x="1080" y="1446"/>
                  </a:cubicBezTo>
                  <a:cubicBezTo>
                    <a:pt x="1133" y="1451"/>
                    <a:pt x="1187" y="1451"/>
                    <a:pt x="1240" y="1439"/>
                  </a:cubicBezTo>
                  <a:cubicBezTo>
                    <a:pt x="1250" y="1436"/>
                    <a:pt x="1258" y="1434"/>
                    <a:pt x="1266" y="1426"/>
                  </a:cubicBezTo>
                  <a:cubicBezTo>
                    <a:pt x="1286" y="1408"/>
                    <a:pt x="1291" y="1383"/>
                    <a:pt x="1283" y="1357"/>
                  </a:cubicBezTo>
                  <a:cubicBezTo>
                    <a:pt x="1278" y="1329"/>
                    <a:pt x="1266" y="1301"/>
                    <a:pt x="1255" y="1273"/>
                  </a:cubicBezTo>
                  <a:cubicBezTo>
                    <a:pt x="1255" y="1268"/>
                    <a:pt x="1255" y="1263"/>
                    <a:pt x="1255" y="1260"/>
                  </a:cubicBezTo>
                  <a:cubicBezTo>
                    <a:pt x="1263" y="1235"/>
                    <a:pt x="1271" y="1209"/>
                    <a:pt x="1281" y="1187"/>
                  </a:cubicBezTo>
                  <a:cubicBezTo>
                    <a:pt x="1283" y="1179"/>
                    <a:pt x="1281" y="1174"/>
                    <a:pt x="1276" y="1169"/>
                  </a:cubicBezTo>
                  <a:cubicBezTo>
                    <a:pt x="1263" y="1156"/>
                    <a:pt x="1248" y="1143"/>
                    <a:pt x="1235" y="1131"/>
                  </a:cubicBezTo>
                  <a:cubicBezTo>
                    <a:pt x="1238" y="1125"/>
                    <a:pt x="1240" y="1125"/>
                    <a:pt x="1240" y="1123"/>
                  </a:cubicBezTo>
                  <a:cubicBezTo>
                    <a:pt x="1258" y="1113"/>
                    <a:pt x="1273" y="1100"/>
                    <a:pt x="1291" y="1090"/>
                  </a:cubicBezTo>
                  <a:cubicBezTo>
                    <a:pt x="1294" y="1087"/>
                    <a:pt x="1296" y="1082"/>
                    <a:pt x="1296" y="1077"/>
                  </a:cubicBezTo>
                  <a:cubicBezTo>
                    <a:pt x="1296" y="1064"/>
                    <a:pt x="1294" y="1052"/>
                    <a:pt x="1291" y="1039"/>
                  </a:cubicBezTo>
                  <a:cubicBezTo>
                    <a:pt x="1288" y="1018"/>
                    <a:pt x="1286" y="998"/>
                    <a:pt x="1283" y="980"/>
                  </a:cubicBezTo>
                  <a:cubicBezTo>
                    <a:pt x="1314" y="975"/>
                    <a:pt x="1342" y="973"/>
                    <a:pt x="1370" y="970"/>
                  </a:cubicBezTo>
                  <a:cubicBezTo>
                    <a:pt x="1400" y="965"/>
                    <a:pt x="1411" y="950"/>
                    <a:pt x="1406" y="919"/>
                  </a:cubicBezTo>
                  <a:close/>
                </a:path>
              </a:pathLst>
            </a:custGeom>
            <a:solidFill>
              <a:schemeClr val="accent2"/>
            </a:solidFill>
            <a:ln>
              <a:noFill/>
            </a:ln>
          </p:spPr>
          <p:txBody>
            <a:bodyPr vert="horz" wrap="square" lIns="68580" tIns="34290" rIns="68580" bIns="34290" numCol="1" anchor="t" anchorCtr="0" compatLnSpc="1">
              <a:prstTxWarp prst="textNoShape">
                <a:avLst/>
              </a:prstTxWarp>
            </a:bodyPr>
            <a:lstStyle/>
            <a:p>
              <a:pPr defTabSz="685800">
                <a:buClrTx/>
                <a:defRPr/>
              </a:pPr>
              <a:endParaRPr lang="en-US" sz="1350" kern="1200">
                <a:solidFill>
                  <a:srgbClr val="282F39"/>
                </a:solidFill>
                <a:latin typeface="Calibri" panose="020F0502020204030204"/>
                <a:ea typeface="+mn-ea"/>
                <a:cs typeface="+mn-cs"/>
              </a:endParaRPr>
            </a:p>
          </p:txBody>
        </p:sp>
        <p:grpSp>
          <p:nvGrpSpPr>
            <p:cNvPr id="10" name="Group 9">
              <a:extLst>
                <a:ext uri="{FF2B5EF4-FFF2-40B4-BE49-F238E27FC236}">
                  <a16:creationId xmlns:a16="http://schemas.microsoft.com/office/drawing/2014/main" id="{9AB32366-8FA9-46BA-BADC-090C690C1BE3}"/>
                </a:ext>
              </a:extLst>
            </p:cNvPr>
            <p:cNvGrpSpPr/>
            <p:nvPr/>
          </p:nvGrpSpPr>
          <p:grpSpPr>
            <a:xfrm>
              <a:off x="1840037" y="4023360"/>
              <a:ext cx="1251702" cy="810696"/>
              <a:chOff x="675716" y="-3367038"/>
              <a:chExt cx="3580343" cy="2318902"/>
            </a:xfrm>
            <a:solidFill>
              <a:schemeClr val="bg1"/>
            </a:solidFill>
          </p:grpSpPr>
          <p:sp>
            <p:nvSpPr>
              <p:cNvPr id="17" name="Freeform 10">
                <a:extLst>
                  <a:ext uri="{FF2B5EF4-FFF2-40B4-BE49-F238E27FC236}">
                    <a16:creationId xmlns:a16="http://schemas.microsoft.com/office/drawing/2014/main" id="{43334409-ACD4-4300-8080-F30A1DE01FF0}"/>
                  </a:ext>
                </a:extLst>
              </p:cNvPr>
              <p:cNvSpPr>
                <a:spLocks noEditPoints="1"/>
              </p:cNvSpPr>
              <p:nvPr/>
            </p:nvSpPr>
            <p:spPr bwMode="auto">
              <a:xfrm>
                <a:off x="978999" y="-2596754"/>
                <a:ext cx="2069300" cy="1068198"/>
              </a:xfrm>
              <a:custGeom>
                <a:avLst/>
                <a:gdLst>
                  <a:gd name="T0" fmla="*/ 98 w 384"/>
                  <a:gd name="T1" fmla="*/ 166 h 198"/>
                  <a:gd name="T2" fmla="*/ 93 w 384"/>
                  <a:gd name="T3" fmla="*/ 156 h 198"/>
                  <a:gd name="T4" fmla="*/ 5 w 384"/>
                  <a:gd name="T5" fmla="*/ 104 h 198"/>
                  <a:gd name="T6" fmla="*/ 78 w 384"/>
                  <a:gd name="T7" fmla="*/ 91 h 198"/>
                  <a:gd name="T8" fmla="*/ 98 w 384"/>
                  <a:gd name="T9" fmla="*/ 111 h 198"/>
                  <a:gd name="T10" fmla="*/ 53 w 384"/>
                  <a:gd name="T11" fmla="*/ 59 h 198"/>
                  <a:gd name="T12" fmla="*/ 76 w 384"/>
                  <a:gd name="T13" fmla="*/ 9 h 198"/>
                  <a:gd name="T14" fmla="*/ 184 w 384"/>
                  <a:gd name="T15" fmla="*/ 63 h 198"/>
                  <a:gd name="T16" fmla="*/ 192 w 384"/>
                  <a:gd name="T17" fmla="*/ 114 h 198"/>
                  <a:gd name="T18" fmla="*/ 201 w 384"/>
                  <a:gd name="T19" fmla="*/ 110 h 198"/>
                  <a:gd name="T20" fmla="*/ 180 w 384"/>
                  <a:gd name="T21" fmla="*/ 34 h 198"/>
                  <a:gd name="T22" fmla="*/ 220 w 384"/>
                  <a:gd name="T23" fmla="*/ 14 h 198"/>
                  <a:gd name="T24" fmla="*/ 289 w 384"/>
                  <a:gd name="T25" fmla="*/ 85 h 198"/>
                  <a:gd name="T26" fmla="*/ 288 w 384"/>
                  <a:gd name="T27" fmla="*/ 111 h 198"/>
                  <a:gd name="T28" fmla="*/ 299 w 384"/>
                  <a:gd name="T29" fmla="*/ 77 h 198"/>
                  <a:gd name="T30" fmla="*/ 278 w 384"/>
                  <a:gd name="T31" fmla="*/ 32 h 198"/>
                  <a:gd name="T32" fmla="*/ 371 w 384"/>
                  <a:gd name="T33" fmla="*/ 54 h 198"/>
                  <a:gd name="T34" fmla="*/ 375 w 384"/>
                  <a:gd name="T35" fmla="*/ 128 h 198"/>
                  <a:gd name="T36" fmla="*/ 346 w 384"/>
                  <a:gd name="T37" fmla="*/ 125 h 198"/>
                  <a:gd name="T38" fmla="*/ 333 w 384"/>
                  <a:gd name="T39" fmla="*/ 126 h 198"/>
                  <a:gd name="T40" fmla="*/ 322 w 384"/>
                  <a:gd name="T41" fmla="*/ 121 h 198"/>
                  <a:gd name="T42" fmla="*/ 330 w 384"/>
                  <a:gd name="T43" fmla="*/ 41 h 198"/>
                  <a:gd name="T44" fmla="*/ 322 w 384"/>
                  <a:gd name="T45" fmla="*/ 48 h 198"/>
                  <a:gd name="T46" fmla="*/ 308 w 384"/>
                  <a:gd name="T47" fmla="*/ 118 h 198"/>
                  <a:gd name="T48" fmla="*/ 265 w 384"/>
                  <a:gd name="T49" fmla="*/ 131 h 198"/>
                  <a:gd name="T50" fmla="*/ 247 w 384"/>
                  <a:gd name="T51" fmla="*/ 69 h 198"/>
                  <a:gd name="T52" fmla="*/ 236 w 384"/>
                  <a:gd name="T53" fmla="*/ 62 h 198"/>
                  <a:gd name="T54" fmla="*/ 247 w 384"/>
                  <a:gd name="T55" fmla="*/ 93 h 198"/>
                  <a:gd name="T56" fmla="*/ 231 w 384"/>
                  <a:gd name="T57" fmla="*/ 167 h 198"/>
                  <a:gd name="T58" fmla="*/ 107 w 384"/>
                  <a:gd name="T59" fmla="*/ 184 h 198"/>
                  <a:gd name="T60" fmla="*/ 157 w 384"/>
                  <a:gd name="T61" fmla="*/ 107 h 198"/>
                  <a:gd name="T62" fmla="*/ 75 w 384"/>
                  <a:gd name="T63" fmla="*/ 123 h 198"/>
                  <a:gd name="T64" fmla="*/ 43 w 384"/>
                  <a:gd name="T65" fmla="*/ 101 h 198"/>
                  <a:gd name="T66" fmla="*/ 62 w 384"/>
                  <a:gd name="T67" fmla="*/ 123 h 198"/>
                  <a:gd name="T68" fmla="*/ 136 w 384"/>
                  <a:gd name="T69" fmla="*/ 149 h 198"/>
                  <a:gd name="T70" fmla="*/ 158 w 384"/>
                  <a:gd name="T71" fmla="*/ 77 h 198"/>
                  <a:gd name="T72" fmla="*/ 114 w 384"/>
                  <a:gd name="T73" fmla="*/ 40 h 198"/>
                  <a:gd name="T74" fmla="*/ 138 w 384"/>
                  <a:gd name="T75" fmla="*/ 6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4" h="198">
                    <a:moveTo>
                      <a:pt x="90" y="169"/>
                    </a:moveTo>
                    <a:cubicBezTo>
                      <a:pt x="94" y="168"/>
                      <a:pt x="96" y="167"/>
                      <a:pt x="98" y="166"/>
                    </a:cubicBezTo>
                    <a:cubicBezTo>
                      <a:pt x="100" y="164"/>
                      <a:pt x="101" y="162"/>
                      <a:pt x="100" y="159"/>
                    </a:cubicBezTo>
                    <a:cubicBezTo>
                      <a:pt x="98" y="156"/>
                      <a:pt x="96" y="155"/>
                      <a:pt x="93" y="156"/>
                    </a:cubicBezTo>
                    <a:cubicBezTo>
                      <a:pt x="71" y="167"/>
                      <a:pt x="52" y="162"/>
                      <a:pt x="34" y="147"/>
                    </a:cubicBezTo>
                    <a:cubicBezTo>
                      <a:pt x="20" y="136"/>
                      <a:pt x="9" y="122"/>
                      <a:pt x="5" y="104"/>
                    </a:cubicBezTo>
                    <a:cubicBezTo>
                      <a:pt x="0" y="86"/>
                      <a:pt x="13" y="60"/>
                      <a:pt x="39" y="66"/>
                    </a:cubicBezTo>
                    <a:cubicBezTo>
                      <a:pt x="56" y="69"/>
                      <a:pt x="68" y="79"/>
                      <a:pt x="78" y="91"/>
                    </a:cubicBezTo>
                    <a:cubicBezTo>
                      <a:pt x="83" y="96"/>
                      <a:pt x="87" y="102"/>
                      <a:pt x="91" y="108"/>
                    </a:cubicBezTo>
                    <a:cubicBezTo>
                      <a:pt x="93" y="110"/>
                      <a:pt x="95" y="113"/>
                      <a:pt x="98" y="111"/>
                    </a:cubicBezTo>
                    <a:cubicBezTo>
                      <a:pt x="102" y="108"/>
                      <a:pt x="102" y="106"/>
                      <a:pt x="100" y="102"/>
                    </a:cubicBezTo>
                    <a:cubicBezTo>
                      <a:pt x="88" y="84"/>
                      <a:pt x="74" y="68"/>
                      <a:pt x="53" y="59"/>
                    </a:cubicBezTo>
                    <a:cubicBezTo>
                      <a:pt x="45" y="55"/>
                      <a:pt x="45" y="54"/>
                      <a:pt x="46" y="45"/>
                    </a:cubicBezTo>
                    <a:cubicBezTo>
                      <a:pt x="49" y="27"/>
                      <a:pt x="59" y="15"/>
                      <a:pt x="76" y="9"/>
                    </a:cubicBezTo>
                    <a:cubicBezTo>
                      <a:pt x="99" y="0"/>
                      <a:pt x="121" y="5"/>
                      <a:pt x="142" y="16"/>
                    </a:cubicBezTo>
                    <a:cubicBezTo>
                      <a:pt x="162" y="26"/>
                      <a:pt x="176" y="42"/>
                      <a:pt x="184" y="63"/>
                    </a:cubicBezTo>
                    <a:cubicBezTo>
                      <a:pt x="190" y="77"/>
                      <a:pt x="192" y="92"/>
                      <a:pt x="191" y="108"/>
                    </a:cubicBezTo>
                    <a:cubicBezTo>
                      <a:pt x="191" y="110"/>
                      <a:pt x="191" y="112"/>
                      <a:pt x="192" y="114"/>
                    </a:cubicBezTo>
                    <a:cubicBezTo>
                      <a:pt x="193" y="115"/>
                      <a:pt x="196" y="116"/>
                      <a:pt x="198" y="115"/>
                    </a:cubicBezTo>
                    <a:cubicBezTo>
                      <a:pt x="199" y="114"/>
                      <a:pt x="201" y="112"/>
                      <a:pt x="201" y="110"/>
                    </a:cubicBezTo>
                    <a:cubicBezTo>
                      <a:pt x="201" y="101"/>
                      <a:pt x="202" y="92"/>
                      <a:pt x="200" y="84"/>
                    </a:cubicBezTo>
                    <a:cubicBezTo>
                      <a:pt x="198" y="65"/>
                      <a:pt x="191" y="49"/>
                      <a:pt x="180" y="34"/>
                    </a:cubicBezTo>
                    <a:cubicBezTo>
                      <a:pt x="178" y="32"/>
                      <a:pt x="179" y="30"/>
                      <a:pt x="180" y="28"/>
                    </a:cubicBezTo>
                    <a:cubicBezTo>
                      <a:pt x="191" y="15"/>
                      <a:pt x="204" y="11"/>
                      <a:pt x="220" y="14"/>
                    </a:cubicBezTo>
                    <a:cubicBezTo>
                      <a:pt x="247" y="19"/>
                      <a:pt x="267" y="36"/>
                      <a:pt x="280" y="60"/>
                    </a:cubicBezTo>
                    <a:cubicBezTo>
                      <a:pt x="285" y="67"/>
                      <a:pt x="288" y="76"/>
                      <a:pt x="289" y="85"/>
                    </a:cubicBezTo>
                    <a:cubicBezTo>
                      <a:pt x="290" y="91"/>
                      <a:pt x="290" y="97"/>
                      <a:pt x="286" y="103"/>
                    </a:cubicBezTo>
                    <a:cubicBezTo>
                      <a:pt x="285" y="106"/>
                      <a:pt x="284" y="109"/>
                      <a:pt x="288" y="111"/>
                    </a:cubicBezTo>
                    <a:cubicBezTo>
                      <a:pt x="292" y="113"/>
                      <a:pt x="294" y="111"/>
                      <a:pt x="296" y="108"/>
                    </a:cubicBezTo>
                    <a:cubicBezTo>
                      <a:pt x="301" y="98"/>
                      <a:pt x="301" y="87"/>
                      <a:pt x="299" y="77"/>
                    </a:cubicBezTo>
                    <a:cubicBezTo>
                      <a:pt x="295" y="62"/>
                      <a:pt x="287" y="50"/>
                      <a:pt x="278" y="38"/>
                    </a:cubicBezTo>
                    <a:cubicBezTo>
                      <a:pt x="276" y="36"/>
                      <a:pt x="276" y="34"/>
                      <a:pt x="278" y="32"/>
                    </a:cubicBezTo>
                    <a:cubicBezTo>
                      <a:pt x="296" y="12"/>
                      <a:pt x="332" y="4"/>
                      <a:pt x="355" y="20"/>
                    </a:cubicBezTo>
                    <a:cubicBezTo>
                      <a:pt x="367" y="28"/>
                      <a:pt x="374" y="39"/>
                      <a:pt x="371" y="54"/>
                    </a:cubicBezTo>
                    <a:cubicBezTo>
                      <a:pt x="368" y="71"/>
                      <a:pt x="372" y="87"/>
                      <a:pt x="380" y="102"/>
                    </a:cubicBezTo>
                    <a:cubicBezTo>
                      <a:pt x="384" y="111"/>
                      <a:pt x="381" y="123"/>
                      <a:pt x="375" y="128"/>
                    </a:cubicBezTo>
                    <a:cubicBezTo>
                      <a:pt x="368" y="133"/>
                      <a:pt x="358" y="134"/>
                      <a:pt x="350" y="130"/>
                    </a:cubicBezTo>
                    <a:cubicBezTo>
                      <a:pt x="349" y="128"/>
                      <a:pt x="347" y="127"/>
                      <a:pt x="346" y="125"/>
                    </a:cubicBezTo>
                    <a:cubicBezTo>
                      <a:pt x="345" y="122"/>
                      <a:pt x="344" y="118"/>
                      <a:pt x="340" y="119"/>
                    </a:cubicBezTo>
                    <a:cubicBezTo>
                      <a:pt x="337" y="120"/>
                      <a:pt x="336" y="123"/>
                      <a:pt x="333" y="126"/>
                    </a:cubicBezTo>
                    <a:cubicBezTo>
                      <a:pt x="330" y="125"/>
                      <a:pt x="326" y="124"/>
                      <a:pt x="321" y="123"/>
                    </a:cubicBezTo>
                    <a:cubicBezTo>
                      <a:pt x="321" y="122"/>
                      <a:pt x="322" y="121"/>
                      <a:pt x="322" y="121"/>
                    </a:cubicBezTo>
                    <a:cubicBezTo>
                      <a:pt x="345" y="100"/>
                      <a:pt x="349" y="68"/>
                      <a:pt x="332" y="43"/>
                    </a:cubicBezTo>
                    <a:cubicBezTo>
                      <a:pt x="331" y="43"/>
                      <a:pt x="331" y="42"/>
                      <a:pt x="330" y="41"/>
                    </a:cubicBezTo>
                    <a:cubicBezTo>
                      <a:pt x="328" y="39"/>
                      <a:pt x="326" y="37"/>
                      <a:pt x="322" y="40"/>
                    </a:cubicBezTo>
                    <a:cubicBezTo>
                      <a:pt x="319" y="42"/>
                      <a:pt x="320" y="45"/>
                      <a:pt x="322" y="48"/>
                    </a:cubicBezTo>
                    <a:cubicBezTo>
                      <a:pt x="325" y="53"/>
                      <a:pt x="328" y="58"/>
                      <a:pt x="330" y="63"/>
                    </a:cubicBezTo>
                    <a:cubicBezTo>
                      <a:pt x="337" y="84"/>
                      <a:pt x="327" y="108"/>
                      <a:pt x="308" y="118"/>
                    </a:cubicBezTo>
                    <a:cubicBezTo>
                      <a:pt x="303" y="121"/>
                      <a:pt x="297" y="121"/>
                      <a:pt x="291" y="123"/>
                    </a:cubicBezTo>
                    <a:cubicBezTo>
                      <a:pt x="282" y="126"/>
                      <a:pt x="273" y="129"/>
                      <a:pt x="265" y="131"/>
                    </a:cubicBezTo>
                    <a:cubicBezTo>
                      <a:pt x="264" y="126"/>
                      <a:pt x="264" y="119"/>
                      <a:pt x="263" y="113"/>
                    </a:cubicBezTo>
                    <a:cubicBezTo>
                      <a:pt x="262" y="97"/>
                      <a:pt x="255" y="83"/>
                      <a:pt x="247" y="69"/>
                    </a:cubicBezTo>
                    <a:cubicBezTo>
                      <a:pt x="246" y="68"/>
                      <a:pt x="245" y="66"/>
                      <a:pt x="244" y="64"/>
                    </a:cubicBezTo>
                    <a:cubicBezTo>
                      <a:pt x="242" y="61"/>
                      <a:pt x="240" y="59"/>
                      <a:pt x="236" y="62"/>
                    </a:cubicBezTo>
                    <a:cubicBezTo>
                      <a:pt x="233" y="64"/>
                      <a:pt x="233" y="67"/>
                      <a:pt x="235" y="70"/>
                    </a:cubicBezTo>
                    <a:cubicBezTo>
                      <a:pt x="239" y="78"/>
                      <a:pt x="244" y="85"/>
                      <a:pt x="247" y="93"/>
                    </a:cubicBezTo>
                    <a:cubicBezTo>
                      <a:pt x="253" y="108"/>
                      <a:pt x="257" y="123"/>
                      <a:pt x="252" y="139"/>
                    </a:cubicBezTo>
                    <a:cubicBezTo>
                      <a:pt x="248" y="150"/>
                      <a:pt x="241" y="160"/>
                      <a:pt x="231" y="167"/>
                    </a:cubicBezTo>
                    <a:cubicBezTo>
                      <a:pt x="212" y="182"/>
                      <a:pt x="190" y="192"/>
                      <a:pt x="167" y="195"/>
                    </a:cubicBezTo>
                    <a:cubicBezTo>
                      <a:pt x="146" y="198"/>
                      <a:pt x="125" y="197"/>
                      <a:pt x="107" y="184"/>
                    </a:cubicBezTo>
                    <a:cubicBezTo>
                      <a:pt x="101" y="180"/>
                      <a:pt x="96" y="175"/>
                      <a:pt x="90" y="169"/>
                    </a:cubicBezTo>
                    <a:close/>
                    <a:moveTo>
                      <a:pt x="157" y="107"/>
                    </a:moveTo>
                    <a:cubicBezTo>
                      <a:pt x="156" y="121"/>
                      <a:pt x="152" y="130"/>
                      <a:pt x="142" y="136"/>
                    </a:cubicBezTo>
                    <a:cubicBezTo>
                      <a:pt x="124" y="147"/>
                      <a:pt x="89" y="141"/>
                      <a:pt x="75" y="123"/>
                    </a:cubicBezTo>
                    <a:cubicBezTo>
                      <a:pt x="69" y="114"/>
                      <a:pt x="61" y="105"/>
                      <a:pt x="51" y="99"/>
                    </a:cubicBezTo>
                    <a:cubicBezTo>
                      <a:pt x="47" y="98"/>
                      <a:pt x="45" y="98"/>
                      <a:pt x="43" y="101"/>
                    </a:cubicBezTo>
                    <a:cubicBezTo>
                      <a:pt x="41" y="105"/>
                      <a:pt x="43" y="107"/>
                      <a:pt x="46" y="109"/>
                    </a:cubicBezTo>
                    <a:cubicBezTo>
                      <a:pt x="51" y="113"/>
                      <a:pt x="57" y="118"/>
                      <a:pt x="62" y="123"/>
                    </a:cubicBezTo>
                    <a:cubicBezTo>
                      <a:pt x="68" y="129"/>
                      <a:pt x="74" y="136"/>
                      <a:pt x="81" y="141"/>
                    </a:cubicBezTo>
                    <a:cubicBezTo>
                      <a:pt x="98" y="152"/>
                      <a:pt x="117" y="155"/>
                      <a:pt x="136" y="149"/>
                    </a:cubicBezTo>
                    <a:cubicBezTo>
                      <a:pt x="148" y="146"/>
                      <a:pt x="157" y="140"/>
                      <a:pt x="162" y="129"/>
                    </a:cubicBezTo>
                    <a:cubicBezTo>
                      <a:pt x="171" y="111"/>
                      <a:pt x="168" y="94"/>
                      <a:pt x="158" y="77"/>
                    </a:cubicBezTo>
                    <a:cubicBezTo>
                      <a:pt x="149" y="63"/>
                      <a:pt x="135" y="52"/>
                      <a:pt x="122" y="41"/>
                    </a:cubicBezTo>
                    <a:cubicBezTo>
                      <a:pt x="119" y="38"/>
                      <a:pt x="116" y="37"/>
                      <a:pt x="114" y="40"/>
                    </a:cubicBezTo>
                    <a:cubicBezTo>
                      <a:pt x="112" y="44"/>
                      <a:pt x="113" y="46"/>
                      <a:pt x="116" y="49"/>
                    </a:cubicBezTo>
                    <a:cubicBezTo>
                      <a:pt x="123" y="56"/>
                      <a:pt x="131" y="62"/>
                      <a:pt x="138" y="69"/>
                    </a:cubicBezTo>
                    <a:cubicBezTo>
                      <a:pt x="149" y="80"/>
                      <a:pt x="157" y="92"/>
                      <a:pt x="157" y="107"/>
                    </a:cubicBezTo>
                    <a:close/>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US" sz="1350" kern="1200">
                  <a:solidFill>
                    <a:srgbClr val="282F39"/>
                  </a:solidFill>
                  <a:latin typeface="Calibri" panose="020F0502020204030204"/>
                  <a:ea typeface="+mn-ea"/>
                  <a:cs typeface="+mn-cs"/>
                </a:endParaRPr>
              </a:p>
            </p:txBody>
          </p:sp>
          <p:sp>
            <p:nvSpPr>
              <p:cNvPr id="18" name="Freeform 11">
                <a:extLst>
                  <a:ext uri="{FF2B5EF4-FFF2-40B4-BE49-F238E27FC236}">
                    <a16:creationId xmlns:a16="http://schemas.microsoft.com/office/drawing/2014/main" id="{52A9E226-7E36-4FD0-A249-5C3C49DD40AA}"/>
                  </a:ext>
                </a:extLst>
              </p:cNvPr>
              <p:cNvSpPr>
                <a:spLocks/>
              </p:cNvSpPr>
              <p:nvPr/>
            </p:nvSpPr>
            <p:spPr bwMode="auto">
              <a:xfrm>
                <a:off x="750866" y="-1949931"/>
                <a:ext cx="2627554" cy="901795"/>
              </a:xfrm>
              <a:custGeom>
                <a:avLst/>
                <a:gdLst>
                  <a:gd name="T0" fmla="*/ 264 w 487"/>
                  <a:gd name="T1" fmla="*/ 87 h 167"/>
                  <a:gd name="T2" fmla="*/ 258 w 487"/>
                  <a:gd name="T3" fmla="*/ 102 h 167"/>
                  <a:gd name="T4" fmla="*/ 279 w 487"/>
                  <a:gd name="T5" fmla="*/ 78 h 167"/>
                  <a:gd name="T6" fmla="*/ 326 w 487"/>
                  <a:gd name="T7" fmla="*/ 15 h 167"/>
                  <a:gd name="T8" fmla="*/ 403 w 487"/>
                  <a:gd name="T9" fmla="*/ 47 h 167"/>
                  <a:gd name="T10" fmla="*/ 420 w 487"/>
                  <a:gd name="T11" fmla="*/ 112 h 167"/>
                  <a:gd name="T12" fmla="*/ 443 w 487"/>
                  <a:gd name="T13" fmla="*/ 110 h 167"/>
                  <a:gd name="T14" fmla="*/ 423 w 487"/>
                  <a:gd name="T15" fmla="*/ 97 h 167"/>
                  <a:gd name="T16" fmla="*/ 406 w 487"/>
                  <a:gd name="T17" fmla="*/ 29 h 167"/>
                  <a:gd name="T18" fmla="*/ 407 w 487"/>
                  <a:gd name="T19" fmla="*/ 23 h 167"/>
                  <a:gd name="T20" fmla="*/ 455 w 487"/>
                  <a:gd name="T21" fmla="*/ 47 h 167"/>
                  <a:gd name="T22" fmla="*/ 469 w 487"/>
                  <a:gd name="T23" fmla="*/ 135 h 167"/>
                  <a:gd name="T24" fmla="*/ 373 w 487"/>
                  <a:gd name="T25" fmla="*/ 114 h 167"/>
                  <a:gd name="T26" fmla="*/ 372 w 487"/>
                  <a:gd name="T27" fmla="*/ 93 h 167"/>
                  <a:gd name="T28" fmla="*/ 402 w 487"/>
                  <a:gd name="T29" fmla="*/ 106 h 167"/>
                  <a:gd name="T30" fmla="*/ 368 w 487"/>
                  <a:gd name="T31" fmla="*/ 83 h 167"/>
                  <a:gd name="T32" fmla="*/ 296 w 487"/>
                  <a:gd name="T33" fmla="*/ 143 h 167"/>
                  <a:gd name="T34" fmla="*/ 216 w 487"/>
                  <a:gd name="T35" fmla="*/ 129 h 167"/>
                  <a:gd name="T36" fmla="*/ 215 w 487"/>
                  <a:gd name="T37" fmla="*/ 99 h 167"/>
                  <a:gd name="T38" fmla="*/ 202 w 487"/>
                  <a:gd name="T39" fmla="*/ 131 h 167"/>
                  <a:gd name="T40" fmla="*/ 138 w 487"/>
                  <a:gd name="T41" fmla="*/ 107 h 167"/>
                  <a:gd name="T42" fmla="*/ 125 w 487"/>
                  <a:gd name="T43" fmla="*/ 94 h 167"/>
                  <a:gd name="T44" fmla="*/ 128 w 487"/>
                  <a:gd name="T45" fmla="*/ 110 h 167"/>
                  <a:gd name="T46" fmla="*/ 86 w 487"/>
                  <a:gd name="T47" fmla="*/ 152 h 167"/>
                  <a:gd name="T48" fmla="*/ 1 w 487"/>
                  <a:gd name="T49" fmla="*/ 65 h 167"/>
                  <a:gd name="T50" fmla="*/ 41 w 487"/>
                  <a:gd name="T51" fmla="*/ 0 h 167"/>
                  <a:gd name="T52" fmla="*/ 65 w 487"/>
                  <a:gd name="T53" fmla="*/ 61 h 167"/>
                  <a:gd name="T54" fmla="*/ 57 w 487"/>
                  <a:gd name="T55" fmla="*/ 116 h 167"/>
                  <a:gd name="T56" fmla="*/ 68 w 487"/>
                  <a:gd name="T57" fmla="*/ 114 h 167"/>
                  <a:gd name="T58" fmla="*/ 89 w 487"/>
                  <a:gd name="T59" fmla="*/ 52 h 167"/>
                  <a:gd name="T60" fmla="*/ 119 w 487"/>
                  <a:gd name="T61" fmla="*/ 52 h 167"/>
                  <a:gd name="T62" fmla="*/ 203 w 487"/>
                  <a:gd name="T63" fmla="*/ 87 h 167"/>
                  <a:gd name="T64" fmla="*/ 274 w 487"/>
                  <a:gd name="T65" fmla="*/ 6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7" h="167">
                    <a:moveTo>
                      <a:pt x="274" y="60"/>
                    </a:moveTo>
                    <a:cubicBezTo>
                      <a:pt x="270" y="70"/>
                      <a:pt x="268" y="79"/>
                      <a:pt x="264" y="87"/>
                    </a:cubicBezTo>
                    <a:cubicBezTo>
                      <a:pt x="263" y="90"/>
                      <a:pt x="261" y="92"/>
                      <a:pt x="259" y="94"/>
                    </a:cubicBezTo>
                    <a:cubicBezTo>
                      <a:pt x="257" y="96"/>
                      <a:pt x="256" y="99"/>
                      <a:pt x="258" y="102"/>
                    </a:cubicBezTo>
                    <a:cubicBezTo>
                      <a:pt x="261" y="105"/>
                      <a:pt x="264" y="103"/>
                      <a:pt x="267" y="101"/>
                    </a:cubicBezTo>
                    <a:cubicBezTo>
                      <a:pt x="274" y="95"/>
                      <a:pt x="277" y="86"/>
                      <a:pt x="279" y="78"/>
                    </a:cubicBezTo>
                    <a:cubicBezTo>
                      <a:pt x="284" y="62"/>
                      <a:pt x="289" y="47"/>
                      <a:pt x="299" y="34"/>
                    </a:cubicBezTo>
                    <a:cubicBezTo>
                      <a:pt x="306" y="25"/>
                      <a:pt x="315" y="19"/>
                      <a:pt x="326" y="15"/>
                    </a:cubicBezTo>
                    <a:cubicBezTo>
                      <a:pt x="343" y="10"/>
                      <a:pt x="360" y="11"/>
                      <a:pt x="376" y="18"/>
                    </a:cubicBezTo>
                    <a:cubicBezTo>
                      <a:pt x="390" y="23"/>
                      <a:pt x="398" y="33"/>
                      <a:pt x="403" y="47"/>
                    </a:cubicBezTo>
                    <a:cubicBezTo>
                      <a:pt x="408" y="60"/>
                      <a:pt x="408" y="74"/>
                      <a:pt x="410" y="88"/>
                    </a:cubicBezTo>
                    <a:cubicBezTo>
                      <a:pt x="411" y="97"/>
                      <a:pt x="413" y="105"/>
                      <a:pt x="420" y="112"/>
                    </a:cubicBezTo>
                    <a:cubicBezTo>
                      <a:pt x="425" y="117"/>
                      <a:pt x="434" y="119"/>
                      <a:pt x="440" y="116"/>
                    </a:cubicBezTo>
                    <a:cubicBezTo>
                      <a:pt x="442" y="115"/>
                      <a:pt x="443" y="112"/>
                      <a:pt x="443" y="110"/>
                    </a:cubicBezTo>
                    <a:cubicBezTo>
                      <a:pt x="443" y="108"/>
                      <a:pt x="439" y="106"/>
                      <a:pt x="437" y="106"/>
                    </a:cubicBezTo>
                    <a:cubicBezTo>
                      <a:pt x="429" y="107"/>
                      <a:pt x="425" y="105"/>
                      <a:pt x="423" y="97"/>
                    </a:cubicBezTo>
                    <a:cubicBezTo>
                      <a:pt x="421" y="90"/>
                      <a:pt x="420" y="82"/>
                      <a:pt x="419" y="74"/>
                    </a:cubicBezTo>
                    <a:cubicBezTo>
                      <a:pt x="417" y="58"/>
                      <a:pt x="415" y="43"/>
                      <a:pt x="406" y="29"/>
                    </a:cubicBezTo>
                    <a:cubicBezTo>
                      <a:pt x="404" y="27"/>
                      <a:pt x="403" y="25"/>
                      <a:pt x="402" y="23"/>
                    </a:cubicBezTo>
                    <a:cubicBezTo>
                      <a:pt x="404" y="23"/>
                      <a:pt x="406" y="23"/>
                      <a:pt x="407" y="23"/>
                    </a:cubicBezTo>
                    <a:cubicBezTo>
                      <a:pt x="415" y="19"/>
                      <a:pt x="419" y="23"/>
                      <a:pt x="424" y="27"/>
                    </a:cubicBezTo>
                    <a:cubicBezTo>
                      <a:pt x="434" y="35"/>
                      <a:pt x="444" y="41"/>
                      <a:pt x="455" y="47"/>
                    </a:cubicBezTo>
                    <a:cubicBezTo>
                      <a:pt x="468" y="55"/>
                      <a:pt x="479" y="64"/>
                      <a:pt x="482" y="80"/>
                    </a:cubicBezTo>
                    <a:cubicBezTo>
                      <a:pt x="487" y="101"/>
                      <a:pt x="486" y="122"/>
                      <a:pt x="469" y="135"/>
                    </a:cubicBezTo>
                    <a:cubicBezTo>
                      <a:pt x="455" y="146"/>
                      <a:pt x="438" y="151"/>
                      <a:pt x="420" y="149"/>
                    </a:cubicBezTo>
                    <a:cubicBezTo>
                      <a:pt x="398" y="146"/>
                      <a:pt x="382" y="134"/>
                      <a:pt x="373" y="114"/>
                    </a:cubicBezTo>
                    <a:cubicBezTo>
                      <a:pt x="370" y="109"/>
                      <a:pt x="370" y="103"/>
                      <a:pt x="369" y="98"/>
                    </a:cubicBezTo>
                    <a:cubicBezTo>
                      <a:pt x="368" y="95"/>
                      <a:pt x="369" y="94"/>
                      <a:pt x="372" y="93"/>
                    </a:cubicBezTo>
                    <a:cubicBezTo>
                      <a:pt x="383" y="91"/>
                      <a:pt x="389" y="93"/>
                      <a:pt x="394" y="103"/>
                    </a:cubicBezTo>
                    <a:cubicBezTo>
                      <a:pt x="396" y="106"/>
                      <a:pt x="398" y="108"/>
                      <a:pt x="402" y="106"/>
                    </a:cubicBezTo>
                    <a:cubicBezTo>
                      <a:pt x="405" y="104"/>
                      <a:pt x="405" y="102"/>
                      <a:pt x="403" y="98"/>
                    </a:cubicBezTo>
                    <a:cubicBezTo>
                      <a:pt x="397" y="84"/>
                      <a:pt x="383" y="78"/>
                      <a:pt x="368" y="83"/>
                    </a:cubicBezTo>
                    <a:cubicBezTo>
                      <a:pt x="350" y="90"/>
                      <a:pt x="336" y="102"/>
                      <a:pt x="322" y="115"/>
                    </a:cubicBezTo>
                    <a:cubicBezTo>
                      <a:pt x="313" y="124"/>
                      <a:pt x="304" y="133"/>
                      <a:pt x="296" y="143"/>
                    </a:cubicBezTo>
                    <a:cubicBezTo>
                      <a:pt x="273" y="167"/>
                      <a:pt x="234" y="163"/>
                      <a:pt x="216" y="135"/>
                    </a:cubicBezTo>
                    <a:cubicBezTo>
                      <a:pt x="215" y="134"/>
                      <a:pt x="215" y="131"/>
                      <a:pt x="216" y="129"/>
                    </a:cubicBezTo>
                    <a:cubicBezTo>
                      <a:pt x="220" y="122"/>
                      <a:pt x="221" y="114"/>
                      <a:pt x="221" y="106"/>
                    </a:cubicBezTo>
                    <a:cubicBezTo>
                      <a:pt x="220" y="102"/>
                      <a:pt x="219" y="99"/>
                      <a:pt x="215" y="99"/>
                    </a:cubicBezTo>
                    <a:cubicBezTo>
                      <a:pt x="211" y="99"/>
                      <a:pt x="210" y="102"/>
                      <a:pt x="210" y="106"/>
                    </a:cubicBezTo>
                    <a:cubicBezTo>
                      <a:pt x="210" y="115"/>
                      <a:pt x="209" y="124"/>
                      <a:pt x="202" y="131"/>
                    </a:cubicBezTo>
                    <a:cubicBezTo>
                      <a:pt x="188" y="143"/>
                      <a:pt x="162" y="147"/>
                      <a:pt x="147" y="125"/>
                    </a:cubicBezTo>
                    <a:cubicBezTo>
                      <a:pt x="143" y="119"/>
                      <a:pt x="141" y="113"/>
                      <a:pt x="138" y="107"/>
                    </a:cubicBezTo>
                    <a:cubicBezTo>
                      <a:pt x="136" y="103"/>
                      <a:pt x="134" y="99"/>
                      <a:pt x="132" y="95"/>
                    </a:cubicBezTo>
                    <a:cubicBezTo>
                      <a:pt x="131" y="93"/>
                      <a:pt x="128" y="92"/>
                      <a:pt x="125" y="94"/>
                    </a:cubicBezTo>
                    <a:cubicBezTo>
                      <a:pt x="122" y="96"/>
                      <a:pt x="122" y="99"/>
                      <a:pt x="124" y="101"/>
                    </a:cubicBezTo>
                    <a:cubicBezTo>
                      <a:pt x="125" y="104"/>
                      <a:pt x="126" y="107"/>
                      <a:pt x="128" y="110"/>
                    </a:cubicBezTo>
                    <a:cubicBezTo>
                      <a:pt x="130" y="114"/>
                      <a:pt x="130" y="117"/>
                      <a:pt x="126" y="120"/>
                    </a:cubicBezTo>
                    <a:cubicBezTo>
                      <a:pt x="115" y="133"/>
                      <a:pt x="102" y="145"/>
                      <a:pt x="86" y="152"/>
                    </a:cubicBezTo>
                    <a:cubicBezTo>
                      <a:pt x="67" y="160"/>
                      <a:pt x="48" y="158"/>
                      <a:pt x="33" y="142"/>
                    </a:cubicBezTo>
                    <a:cubicBezTo>
                      <a:pt x="12" y="121"/>
                      <a:pt x="0" y="95"/>
                      <a:pt x="1" y="65"/>
                    </a:cubicBezTo>
                    <a:cubicBezTo>
                      <a:pt x="2" y="39"/>
                      <a:pt x="15" y="19"/>
                      <a:pt x="35" y="4"/>
                    </a:cubicBezTo>
                    <a:cubicBezTo>
                      <a:pt x="37" y="2"/>
                      <a:pt x="38" y="1"/>
                      <a:pt x="41" y="0"/>
                    </a:cubicBezTo>
                    <a:cubicBezTo>
                      <a:pt x="50" y="18"/>
                      <a:pt x="63" y="33"/>
                      <a:pt x="80" y="43"/>
                    </a:cubicBezTo>
                    <a:cubicBezTo>
                      <a:pt x="75" y="49"/>
                      <a:pt x="69" y="55"/>
                      <a:pt x="65" y="61"/>
                    </a:cubicBezTo>
                    <a:cubicBezTo>
                      <a:pt x="56" y="76"/>
                      <a:pt x="54" y="92"/>
                      <a:pt x="56" y="108"/>
                    </a:cubicBezTo>
                    <a:cubicBezTo>
                      <a:pt x="57" y="111"/>
                      <a:pt x="57" y="113"/>
                      <a:pt x="57" y="116"/>
                    </a:cubicBezTo>
                    <a:cubicBezTo>
                      <a:pt x="58" y="119"/>
                      <a:pt x="60" y="122"/>
                      <a:pt x="63" y="121"/>
                    </a:cubicBezTo>
                    <a:cubicBezTo>
                      <a:pt x="67" y="121"/>
                      <a:pt x="69" y="118"/>
                      <a:pt x="68" y="114"/>
                    </a:cubicBezTo>
                    <a:cubicBezTo>
                      <a:pt x="65" y="102"/>
                      <a:pt x="65" y="90"/>
                      <a:pt x="69" y="79"/>
                    </a:cubicBezTo>
                    <a:cubicBezTo>
                      <a:pt x="72" y="67"/>
                      <a:pt x="77" y="56"/>
                      <a:pt x="89" y="52"/>
                    </a:cubicBezTo>
                    <a:cubicBezTo>
                      <a:pt x="94" y="51"/>
                      <a:pt x="99" y="52"/>
                      <a:pt x="104" y="52"/>
                    </a:cubicBezTo>
                    <a:cubicBezTo>
                      <a:pt x="109" y="52"/>
                      <a:pt x="114" y="52"/>
                      <a:pt x="119" y="52"/>
                    </a:cubicBezTo>
                    <a:cubicBezTo>
                      <a:pt x="121" y="52"/>
                      <a:pt x="123" y="53"/>
                      <a:pt x="124" y="54"/>
                    </a:cubicBezTo>
                    <a:cubicBezTo>
                      <a:pt x="143" y="81"/>
                      <a:pt x="171" y="90"/>
                      <a:pt x="203" y="87"/>
                    </a:cubicBezTo>
                    <a:cubicBezTo>
                      <a:pt x="228" y="84"/>
                      <a:pt x="250" y="76"/>
                      <a:pt x="270" y="62"/>
                    </a:cubicBezTo>
                    <a:cubicBezTo>
                      <a:pt x="271" y="61"/>
                      <a:pt x="272" y="61"/>
                      <a:pt x="274" y="60"/>
                    </a:cubicBezTo>
                    <a:close/>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US" sz="1350" kern="1200">
                  <a:solidFill>
                    <a:srgbClr val="282F39"/>
                  </a:solidFill>
                  <a:latin typeface="Calibri" panose="020F0502020204030204"/>
                  <a:ea typeface="+mn-ea"/>
                  <a:cs typeface="+mn-cs"/>
                </a:endParaRPr>
              </a:p>
            </p:txBody>
          </p:sp>
          <p:sp>
            <p:nvSpPr>
              <p:cNvPr id="19" name="Freeform 12">
                <a:extLst>
                  <a:ext uri="{FF2B5EF4-FFF2-40B4-BE49-F238E27FC236}">
                    <a16:creationId xmlns:a16="http://schemas.microsoft.com/office/drawing/2014/main" id="{04CAD35A-9FC4-473B-A2C2-A5FD72D0E39C}"/>
                  </a:ext>
                </a:extLst>
              </p:cNvPr>
              <p:cNvSpPr>
                <a:spLocks/>
              </p:cNvSpPr>
              <p:nvPr/>
            </p:nvSpPr>
            <p:spPr bwMode="auto">
              <a:xfrm>
                <a:off x="1376219" y="-3367038"/>
                <a:ext cx="2179339" cy="1068198"/>
              </a:xfrm>
              <a:custGeom>
                <a:avLst/>
                <a:gdLst>
                  <a:gd name="T0" fmla="*/ 97 w 404"/>
                  <a:gd name="T1" fmla="*/ 165 h 198"/>
                  <a:gd name="T2" fmla="*/ 69 w 404"/>
                  <a:gd name="T3" fmla="*/ 147 h 198"/>
                  <a:gd name="T4" fmla="*/ 58 w 404"/>
                  <a:gd name="T5" fmla="*/ 89 h 198"/>
                  <a:gd name="T6" fmla="*/ 48 w 404"/>
                  <a:gd name="T7" fmla="*/ 87 h 198"/>
                  <a:gd name="T8" fmla="*/ 54 w 404"/>
                  <a:gd name="T9" fmla="*/ 141 h 198"/>
                  <a:gd name="T10" fmla="*/ 15 w 404"/>
                  <a:gd name="T11" fmla="*/ 138 h 198"/>
                  <a:gd name="T12" fmla="*/ 2 w 404"/>
                  <a:gd name="T13" fmla="*/ 84 h 198"/>
                  <a:gd name="T14" fmla="*/ 88 w 404"/>
                  <a:gd name="T15" fmla="*/ 46 h 198"/>
                  <a:gd name="T16" fmla="*/ 108 w 404"/>
                  <a:gd name="T17" fmla="*/ 83 h 198"/>
                  <a:gd name="T18" fmla="*/ 117 w 404"/>
                  <a:gd name="T19" fmla="*/ 82 h 198"/>
                  <a:gd name="T20" fmla="*/ 163 w 404"/>
                  <a:gd name="T21" fmla="*/ 39 h 198"/>
                  <a:gd name="T22" fmla="*/ 180 w 404"/>
                  <a:gd name="T23" fmla="*/ 81 h 198"/>
                  <a:gd name="T24" fmla="*/ 179 w 404"/>
                  <a:gd name="T25" fmla="*/ 95 h 198"/>
                  <a:gd name="T26" fmla="*/ 191 w 404"/>
                  <a:gd name="T27" fmla="*/ 80 h 198"/>
                  <a:gd name="T28" fmla="*/ 120 w 404"/>
                  <a:gd name="T29" fmla="*/ 44 h 198"/>
                  <a:gd name="T30" fmla="*/ 94 w 404"/>
                  <a:gd name="T31" fmla="*/ 36 h 198"/>
                  <a:gd name="T32" fmla="*/ 209 w 404"/>
                  <a:gd name="T33" fmla="*/ 5 h 198"/>
                  <a:gd name="T34" fmla="*/ 285 w 404"/>
                  <a:gd name="T35" fmla="*/ 60 h 198"/>
                  <a:gd name="T36" fmla="*/ 230 w 404"/>
                  <a:gd name="T37" fmla="*/ 128 h 198"/>
                  <a:gd name="T38" fmla="*/ 241 w 404"/>
                  <a:gd name="T39" fmla="*/ 128 h 198"/>
                  <a:gd name="T40" fmla="*/ 269 w 404"/>
                  <a:gd name="T41" fmla="*/ 77 h 198"/>
                  <a:gd name="T42" fmla="*/ 332 w 404"/>
                  <a:gd name="T43" fmla="*/ 109 h 198"/>
                  <a:gd name="T44" fmla="*/ 317 w 404"/>
                  <a:gd name="T45" fmla="*/ 139 h 198"/>
                  <a:gd name="T46" fmla="*/ 354 w 404"/>
                  <a:gd name="T47" fmla="*/ 127 h 198"/>
                  <a:gd name="T48" fmla="*/ 403 w 404"/>
                  <a:gd name="T49" fmla="*/ 159 h 198"/>
                  <a:gd name="T50" fmla="*/ 308 w 404"/>
                  <a:gd name="T51" fmla="*/ 198 h 198"/>
                  <a:gd name="T52" fmla="*/ 282 w 404"/>
                  <a:gd name="T53" fmla="*/ 152 h 198"/>
                  <a:gd name="T54" fmla="*/ 274 w 404"/>
                  <a:gd name="T55" fmla="*/ 141 h 198"/>
                  <a:gd name="T56" fmla="*/ 292 w 404"/>
                  <a:gd name="T57" fmla="*/ 115 h 198"/>
                  <a:gd name="T58" fmla="*/ 284 w 404"/>
                  <a:gd name="T59" fmla="*/ 109 h 198"/>
                  <a:gd name="T60" fmla="*/ 264 w 404"/>
                  <a:gd name="T61" fmla="*/ 141 h 198"/>
                  <a:gd name="T62" fmla="*/ 196 w 404"/>
                  <a:gd name="T63" fmla="*/ 168 h 198"/>
                  <a:gd name="T64" fmla="*/ 168 w 404"/>
                  <a:gd name="T65" fmla="*/ 153 h 198"/>
                  <a:gd name="T66" fmla="*/ 153 w 404"/>
                  <a:gd name="T67" fmla="*/ 106 h 198"/>
                  <a:gd name="T68" fmla="*/ 145 w 404"/>
                  <a:gd name="T69" fmla="*/ 78 h 198"/>
                  <a:gd name="T70" fmla="*/ 142 w 404"/>
                  <a:gd name="T71" fmla="*/ 104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04" h="198">
                    <a:moveTo>
                      <a:pt x="145" y="146"/>
                    </a:moveTo>
                    <a:cubicBezTo>
                      <a:pt x="124" y="144"/>
                      <a:pt x="108" y="150"/>
                      <a:pt x="97" y="165"/>
                    </a:cubicBezTo>
                    <a:cubicBezTo>
                      <a:pt x="88" y="160"/>
                      <a:pt x="79" y="154"/>
                      <a:pt x="71" y="148"/>
                    </a:cubicBezTo>
                    <a:cubicBezTo>
                      <a:pt x="70" y="148"/>
                      <a:pt x="69" y="147"/>
                      <a:pt x="69" y="147"/>
                    </a:cubicBezTo>
                    <a:cubicBezTo>
                      <a:pt x="60" y="130"/>
                      <a:pt x="53" y="113"/>
                      <a:pt x="58" y="93"/>
                    </a:cubicBezTo>
                    <a:cubicBezTo>
                      <a:pt x="58" y="92"/>
                      <a:pt x="58" y="90"/>
                      <a:pt x="58" y="89"/>
                    </a:cubicBezTo>
                    <a:cubicBezTo>
                      <a:pt x="59" y="85"/>
                      <a:pt x="57" y="83"/>
                      <a:pt x="54" y="82"/>
                    </a:cubicBezTo>
                    <a:cubicBezTo>
                      <a:pt x="51" y="82"/>
                      <a:pt x="48" y="84"/>
                      <a:pt x="48" y="87"/>
                    </a:cubicBezTo>
                    <a:cubicBezTo>
                      <a:pt x="45" y="105"/>
                      <a:pt x="45" y="122"/>
                      <a:pt x="53" y="139"/>
                    </a:cubicBezTo>
                    <a:cubicBezTo>
                      <a:pt x="54" y="139"/>
                      <a:pt x="54" y="140"/>
                      <a:pt x="54" y="141"/>
                    </a:cubicBezTo>
                    <a:cubicBezTo>
                      <a:pt x="51" y="141"/>
                      <a:pt x="49" y="141"/>
                      <a:pt x="46" y="140"/>
                    </a:cubicBezTo>
                    <a:cubicBezTo>
                      <a:pt x="36" y="137"/>
                      <a:pt x="25" y="137"/>
                      <a:pt x="15" y="138"/>
                    </a:cubicBezTo>
                    <a:cubicBezTo>
                      <a:pt x="12" y="138"/>
                      <a:pt x="11" y="137"/>
                      <a:pt x="10" y="134"/>
                    </a:cubicBezTo>
                    <a:cubicBezTo>
                      <a:pt x="4" y="118"/>
                      <a:pt x="0" y="102"/>
                      <a:pt x="2" y="84"/>
                    </a:cubicBezTo>
                    <a:cubicBezTo>
                      <a:pt x="4" y="59"/>
                      <a:pt x="22" y="38"/>
                      <a:pt x="45" y="31"/>
                    </a:cubicBezTo>
                    <a:cubicBezTo>
                      <a:pt x="62" y="27"/>
                      <a:pt x="77" y="33"/>
                      <a:pt x="88" y="46"/>
                    </a:cubicBezTo>
                    <a:cubicBezTo>
                      <a:pt x="97" y="55"/>
                      <a:pt x="103" y="65"/>
                      <a:pt x="106" y="77"/>
                    </a:cubicBezTo>
                    <a:cubicBezTo>
                      <a:pt x="106" y="79"/>
                      <a:pt x="107" y="82"/>
                      <a:pt x="108" y="83"/>
                    </a:cubicBezTo>
                    <a:cubicBezTo>
                      <a:pt x="109" y="85"/>
                      <a:pt x="111" y="87"/>
                      <a:pt x="113" y="87"/>
                    </a:cubicBezTo>
                    <a:cubicBezTo>
                      <a:pt x="114" y="86"/>
                      <a:pt x="117" y="84"/>
                      <a:pt x="117" y="82"/>
                    </a:cubicBezTo>
                    <a:cubicBezTo>
                      <a:pt x="119" y="75"/>
                      <a:pt x="120" y="67"/>
                      <a:pt x="123" y="60"/>
                    </a:cubicBezTo>
                    <a:cubicBezTo>
                      <a:pt x="130" y="41"/>
                      <a:pt x="144" y="33"/>
                      <a:pt x="163" y="39"/>
                    </a:cubicBezTo>
                    <a:cubicBezTo>
                      <a:pt x="170" y="41"/>
                      <a:pt x="174" y="47"/>
                      <a:pt x="177" y="53"/>
                    </a:cubicBezTo>
                    <a:cubicBezTo>
                      <a:pt x="181" y="62"/>
                      <a:pt x="183" y="71"/>
                      <a:pt x="180" y="81"/>
                    </a:cubicBezTo>
                    <a:cubicBezTo>
                      <a:pt x="180" y="83"/>
                      <a:pt x="178" y="86"/>
                      <a:pt x="177" y="88"/>
                    </a:cubicBezTo>
                    <a:cubicBezTo>
                      <a:pt x="175" y="91"/>
                      <a:pt x="176" y="93"/>
                      <a:pt x="179" y="95"/>
                    </a:cubicBezTo>
                    <a:cubicBezTo>
                      <a:pt x="182" y="97"/>
                      <a:pt x="184" y="96"/>
                      <a:pt x="186" y="93"/>
                    </a:cubicBezTo>
                    <a:cubicBezTo>
                      <a:pt x="188" y="89"/>
                      <a:pt x="191" y="85"/>
                      <a:pt x="191" y="80"/>
                    </a:cubicBezTo>
                    <a:cubicBezTo>
                      <a:pt x="194" y="62"/>
                      <a:pt x="189" y="46"/>
                      <a:pt x="175" y="34"/>
                    </a:cubicBezTo>
                    <a:cubicBezTo>
                      <a:pt x="161" y="22"/>
                      <a:pt x="132" y="24"/>
                      <a:pt x="120" y="44"/>
                    </a:cubicBezTo>
                    <a:cubicBezTo>
                      <a:pt x="117" y="49"/>
                      <a:pt x="114" y="54"/>
                      <a:pt x="111" y="59"/>
                    </a:cubicBezTo>
                    <a:cubicBezTo>
                      <a:pt x="106" y="52"/>
                      <a:pt x="100" y="44"/>
                      <a:pt x="94" y="36"/>
                    </a:cubicBezTo>
                    <a:cubicBezTo>
                      <a:pt x="103" y="26"/>
                      <a:pt x="114" y="19"/>
                      <a:pt x="127" y="13"/>
                    </a:cubicBezTo>
                    <a:cubicBezTo>
                      <a:pt x="153" y="1"/>
                      <a:pt x="181" y="0"/>
                      <a:pt x="209" y="5"/>
                    </a:cubicBezTo>
                    <a:cubicBezTo>
                      <a:pt x="236" y="10"/>
                      <a:pt x="260" y="22"/>
                      <a:pt x="277" y="46"/>
                    </a:cubicBezTo>
                    <a:cubicBezTo>
                      <a:pt x="280" y="50"/>
                      <a:pt x="282" y="55"/>
                      <a:pt x="285" y="60"/>
                    </a:cubicBezTo>
                    <a:cubicBezTo>
                      <a:pt x="278" y="63"/>
                      <a:pt x="271" y="65"/>
                      <a:pt x="264" y="68"/>
                    </a:cubicBezTo>
                    <a:cubicBezTo>
                      <a:pt x="241" y="81"/>
                      <a:pt x="230" y="101"/>
                      <a:pt x="230" y="128"/>
                    </a:cubicBezTo>
                    <a:cubicBezTo>
                      <a:pt x="230" y="130"/>
                      <a:pt x="233" y="133"/>
                      <a:pt x="235" y="134"/>
                    </a:cubicBezTo>
                    <a:cubicBezTo>
                      <a:pt x="238" y="134"/>
                      <a:pt x="240" y="131"/>
                      <a:pt x="241" y="128"/>
                    </a:cubicBezTo>
                    <a:cubicBezTo>
                      <a:pt x="241" y="123"/>
                      <a:pt x="241" y="117"/>
                      <a:pt x="242" y="112"/>
                    </a:cubicBezTo>
                    <a:cubicBezTo>
                      <a:pt x="245" y="96"/>
                      <a:pt x="255" y="85"/>
                      <a:pt x="269" y="77"/>
                    </a:cubicBezTo>
                    <a:cubicBezTo>
                      <a:pt x="285" y="68"/>
                      <a:pt x="301" y="68"/>
                      <a:pt x="318" y="76"/>
                    </a:cubicBezTo>
                    <a:cubicBezTo>
                      <a:pt x="330" y="83"/>
                      <a:pt x="335" y="96"/>
                      <a:pt x="332" y="109"/>
                    </a:cubicBezTo>
                    <a:cubicBezTo>
                      <a:pt x="329" y="118"/>
                      <a:pt x="325" y="125"/>
                      <a:pt x="318" y="131"/>
                    </a:cubicBezTo>
                    <a:cubicBezTo>
                      <a:pt x="315" y="133"/>
                      <a:pt x="314" y="136"/>
                      <a:pt x="317" y="139"/>
                    </a:cubicBezTo>
                    <a:cubicBezTo>
                      <a:pt x="318" y="140"/>
                      <a:pt x="323" y="140"/>
                      <a:pt x="324" y="139"/>
                    </a:cubicBezTo>
                    <a:cubicBezTo>
                      <a:pt x="333" y="133"/>
                      <a:pt x="343" y="129"/>
                      <a:pt x="354" y="127"/>
                    </a:cubicBezTo>
                    <a:cubicBezTo>
                      <a:pt x="365" y="124"/>
                      <a:pt x="376" y="123"/>
                      <a:pt x="386" y="128"/>
                    </a:cubicBezTo>
                    <a:cubicBezTo>
                      <a:pt x="399" y="134"/>
                      <a:pt x="404" y="146"/>
                      <a:pt x="403" y="159"/>
                    </a:cubicBezTo>
                    <a:cubicBezTo>
                      <a:pt x="402" y="164"/>
                      <a:pt x="400" y="169"/>
                      <a:pt x="399" y="174"/>
                    </a:cubicBezTo>
                    <a:cubicBezTo>
                      <a:pt x="363" y="162"/>
                      <a:pt x="333" y="169"/>
                      <a:pt x="308" y="198"/>
                    </a:cubicBezTo>
                    <a:cubicBezTo>
                      <a:pt x="308" y="194"/>
                      <a:pt x="308" y="190"/>
                      <a:pt x="308" y="186"/>
                    </a:cubicBezTo>
                    <a:cubicBezTo>
                      <a:pt x="306" y="169"/>
                      <a:pt x="296" y="159"/>
                      <a:pt x="282" y="152"/>
                    </a:cubicBezTo>
                    <a:cubicBezTo>
                      <a:pt x="281" y="151"/>
                      <a:pt x="279" y="150"/>
                      <a:pt x="278" y="149"/>
                    </a:cubicBezTo>
                    <a:cubicBezTo>
                      <a:pt x="272" y="147"/>
                      <a:pt x="272" y="147"/>
                      <a:pt x="274" y="141"/>
                    </a:cubicBezTo>
                    <a:cubicBezTo>
                      <a:pt x="277" y="134"/>
                      <a:pt x="281" y="128"/>
                      <a:pt x="286" y="123"/>
                    </a:cubicBezTo>
                    <a:cubicBezTo>
                      <a:pt x="289" y="121"/>
                      <a:pt x="291" y="118"/>
                      <a:pt x="292" y="115"/>
                    </a:cubicBezTo>
                    <a:cubicBezTo>
                      <a:pt x="293" y="113"/>
                      <a:pt x="292" y="110"/>
                      <a:pt x="290" y="109"/>
                    </a:cubicBezTo>
                    <a:cubicBezTo>
                      <a:pt x="289" y="108"/>
                      <a:pt x="285" y="108"/>
                      <a:pt x="284" y="109"/>
                    </a:cubicBezTo>
                    <a:cubicBezTo>
                      <a:pt x="279" y="115"/>
                      <a:pt x="274" y="121"/>
                      <a:pt x="269" y="127"/>
                    </a:cubicBezTo>
                    <a:cubicBezTo>
                      <a:pt x="267" y="131"/>
                      <a:pt x="265" y="136"/>
                      <a:pt x="264" y="141"/>
                    </a:cubicBezTo>
                    <a:cubicBezTo>
                      <a:pt x="263" y="143"/>
                      <a:pt x="262" y="145"/>
                      <a:pt x="259" y="145"/>
                    </a:cubicBezTo>
                    <a:cubicBezTo>
                      <a:pt x="234" y="143"/>
                      <a:pt x="213" y="150"/>
                      <a:pt x="196" y="168"/>
                    </a:cubicBezTo>
                    <a:cubicBezTo>
                      <a:pt x="196" y="169"/>
                      <a:pt x="195" y="169"/>
                      <a:pt x="195" y="169"/>
                    </a:cubicBezTo>
                    <a:cubicBezTo>
                      <a:pt x="186" y="164"/>
                      <a:pt x="177" y="158"/>
                      <a:pt x="168" y="153"/>
                    </a:cubicBezTo>
                    <a:cubicBezTo>
                      <a:pt x="155" y="146"/>
                      <a:pt x="147" y="134"/>
                      <a:pt x="149" y="120"/>
                    </a:cubicBezTo>
                    <a:cubicBezTo>
                      <a:pt x="149" y="115"/>
                      <a:pt x="151" y="111"/>
                      <a:pt x="153" y="106"/>
                    </a:cubicBezTo>
                    <a:cubicBezTo>
                      <a:pt x="155" y="97"/>
                      <a:pt x="156" y="89"/>
                      <a:pt x="152" y="81"/>
                    </a:cubicBezTo>
                    <a:cubicBezTo>
                      <a:pt x="150" y="78"/>
                      <a:pt x="148" y="77"/>
                      <a:pt x="145" y="78"/>
                    </a:cubicBezTo>
                    <a:cubicBezTo>
                      <a:pt x="142" y="80"/>
                      <a:pt x="141" y="82"/>
                      <a:pt x="143" y="85"/>
                    </a:cubicBezTo>
                    <a:cubicBezTo>
                      <a:pt x="146" y="92"/>
                      <a:pt x="145" y="98"/>
                      <a:pt x="142" y="104"/>
                    </a:cubicBezTo>
                    <a:cubicBezTo>
                      <a:pt x="137" y="118"/>
                      <a:pt x="137" y="132"/>
                      <a:pt x="145" y="146"/>
                    </a:cubicBezTo>
                    <a:close/>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US" sz="1350" kern="1200" dirty="0">
                  <a:solidFill>
                    <a:srgbClr val="282F39"/>
                  </a:solidFill>
                  <a:latin typeface="Calibri" panose="020F0502020204030204"/>
                  <a:ea typeface="+mn-ea"/>
                  <a:cs typeface="+mn-cs"/>
                </a:endParaRPr>
              </a:p>
            </p:txBody>
          </p:sp>
          <p:sp>
            <p:nvSpPr>
              <p:cNvPr id="20" name="Freeform 13">
                <a:extLst>
                  <a:ext uri="{FF2B5EF4-FFF2-40B4-BE49-F238E27FC236}">
                    <a16:creationId xmlns:a16="http://schemas.microsoft.com/office/drawing/2014/main" id="{3F5820E5-5A15-420A-B624-BD712EA8E444}"/>
                  </a:ext>
                </a:extLst>
              </p:cNvPr>
              <p:cNvSpPr>
                <a:spLocks/>
              </p:cNvSpPr>
              <p:nvPr/>
            </p:nvSpPr>
            <p:spPr bwMode="auto">
              <a:xfrm>
                <a:off x="3032194" y="-2422300"/>
                <a:ext cx="1223865" cy="1266808"/>
              </a:xfrm>
              <a:custGeom>
                <a:avLst/>
                <a:gdLst>
                  <a:gd name="T0" fmla="*/ 221 w 227"/>
                  <a:gd name="T1" fmla="*/ 144 h 235"/>
                  <a:gd name="T2" fmla="*/ 212 w 227"/>
                  <a:gd name="T3" fmla="*/ 192 h 235"/>
                  <a:gd name="T4" fmla="*/ 156 w 227"/>
                  <a:gd name="T5" fmla="*/ 228 h 235"/>
                  <a:gd name="T6" fmla="*/ 98 w 227"/>
                  <a:gd name="T7" fmla="*/ 230 h 235"/>
                  <a:gd name="T8" fmla="*/ 70 w 227"/>
                  <a:gd name="T9" fmla="*/ 215 h 235"/>
                  <a:gd name="T10" fmla="*/ 69 w 227"/>
                  <a:gd name="T11" fmla="*/ 210 h 235"/>
                  <a:gd name="T12" fmla="*/ 71 w 227"/>
                  <a:gd name="T13" fmla="*/ 173 h 235"/>
                  <a:gd name="T14" fmla="*/ 71 w 227"/>
                  <a:gd name="T15" fmla="*/ 171 h 235"/>
                  <a:gd name="T16" fmla="*/ 97 w 227"/>
                  <a:gd name="T17" fmla="*/ 170 h 235"/>
                  <a:gd name="T18" fmla="*/ 135 w 227"/>
                  <a:gd name="T19" fmla="*/ 150 h 235"/>
                  <a:gd name="T20" fmla="*/ 161 w 227"/>
                  <a:gd name="T21" fmla="*/ 122 h 235"/>
                  <a:gd name="T22" fmla="*/ 183 w 227"/>
                  <a:gd name="T23" fmla="*/ 109 h 235"/>
                  <a:gd name="T24" fmla="*/ 187 w 227"/>
                  <a:gd name="T25" fmla="*/ 105 h 235"/>
                  <a:gd name="T26" fmla="*/ 183 w 227"/>
                  <a:gd name="T27" fmla="*/ 100 h 235"/>
                  <a:gd name="T28" fmla="*/ 168 w 227"/>
                  <a:gd name="T29" fmla="*/ 102 h 235"/>
                  <a:gd name="T30" fmla="*/ 147 w 227"/>
                  <a:gd name="T31" fmla="*/ 123 h 235"/>
                  <a:gd name="T32" fmla="*/ 106 w 227"/>
                  <a:gd name="T33" fmla="*/ 157 h 235"/>
                  <a:gd name="T34" fmla="*/ 72 w 227"/>
                  <a:gd name="T35" fmla="*/ 159 h 235"/>
                  <a:gd name="T36" fmla="*/ 65 w 227"/>
                  <a:gd name="T37" fmla="*/ 153 h 235"/>
                  <a:gd name="T38" fmla="*/ 40 w 227"/>
                  <a:gd name="T39" fmla="*/ 128 h 235"/>
                  <a:gd name="T40" fmla="*/ 36 w 227"/>
                  <a:gd name="T41" fmla="*/ 111 h 235"/>
                  <a:gd name="T42" fmla="*/ 50 w 227"/>
                  <a:gd name="T43" fmla="*/ 87 h 235"/>
                  <a:gd name="T44" fmla="*/ 57 w 227"/>
                  <a:gd name="T45" fmla="*/ 51 h 235"/>
                  <a:gd name="T46" fmla="*/ 52 w 227"/>
                  <a:gd name="T47" fmla="*/ 46 h 235"/>
                  <a:gd name="T48" fmla="*/ 47 w 227"/>
                  <a:gd name="T49" fmla="*/ 52 h 235"/>
                  <a:gd name="T50" fmla="*/ 46 w 227"/>
                  <a:gd name="T51" fmla="*/ 71 h 235"/>
                  <a:gd name="T52" fmla="*/ 35 w 227"/>
                  <a:gd name="T53" fmla="*/ 91 h 235"/>
                  <a:gd name="T54" fmla="*/ 23 w 227"/>
                  <a:gd name="T55" fmla="*/ 119 h 235"/>
                  <a:gd name="T56" fmla="*/ 3 w 227"/>
                  <a:gd name="T57" fmla="*/ 104 h 235"/>
                  <a:gd name="T58" fmla="*/ 10 w 227"/>
                  <a:gd name="T59" fmla="*/ 87 h 235"/>
                  <a:gd name="T60" fmla="*/ 5 w 227"/>
                  <a:gd name="T61" fmla="*/ 58 h 235"/>
                  <a:gd name="T62" fmla="*/ 7 w 227"/>
                  <a:gd name="T63" fmla="*/ 35 h 235"/>
                  <a:gd name="T64" fmla="*/ 72 w 227"/>
                  <a:gd name="T65" fmla="*/ 5 h 235"/>
                  <a:gd name="T66" fmla="*/ 106 w 227"/>
                  <a:gd name="T67" fmla="*/ 25 h 235"/>
                  <a:gd name="T68" fmla="*/ 111 w 227"/>
                  <a:gd name="T69" fmla="*/ 66 h 235"/>
                  <a:gd name="T70" fmla="*/ 106 w 227"/>
                  <a:gd name="T71" fmla="*/ 76 h 235"/>
                  <a:gd name="T72" fmla="*/ 107 w 227"/>
                  <a:gd name="T73" fmla="*/ 84 h 235"/>
                  <a:gd name="T74" fmla="*/ 115 w 227"/>
                  <a:gd name="T75" fmla="*/ 82 h 235"/>
                  <a:gd name="T76" fmla="*/ 131 w 227"/>
                  <a:gd name="T77" fmla="*/ 64 h 235"/>
                  <a:gd name="T78" fmla="*/ 163 w 227"/>
                  <a:gd name="T79" fmla="*/ 44 h 235"/>
                  <a:gd name="T80" fmla="*/ 193 w 227"/>
                  <a:gd name="T81" fmla="*/ 49 h 235"/>
                  <a:gd name="T82" fmla="*/ 223 w 227"/>
                  <a:gd name="T83" fmla="*/ 84 h 235"/>
                  <a:gd name="T84" fmla="*/ 224 w 227"/>
                  <a:gd name="T85" fmla="*/ 112 h 235"/>
                  <a:gd name="T86" fmla="*/ 188 w 227"/>
                  <a:gd name="T87" fmla="*/ 160 h 235"/>
                  <a:gd name="T88" fmla="*/ 159 w 227"/>
                  <a:gd name="T89" fmla="*/ 169 h 235"/>
                  <a:gd name="T90" fmla="*/ 152 w 227"/>
                  <a:gd name="T91" fmla="*/ 169 h 235"/>
                  <a:gd name="T92" fmla="*/ 146 w 227"/>
                  <a:gd name="T93" fmla="*/ 173 h 235"/>
                  <a:gd name="T94" fmla="*/ 150 w 227"/>
                  <a:gd name="T95" fmla="*/ 179 h 235"/>
                  <a:gd name="T96" fmla="*/ 182 w 227"/>
                  <a:gd name="T97" fmla="*/ 174 h 235"/>
                  <a:gd name="T98" fmla="*/ 221 w 227"/>
                  <a:gd name="T99" fmla="*/ 144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27" h="235">
                    <a:moveTo>
                      <a:pt x="221" y="144"/>
                    </a:moveTo>
                    <a:cubicBezTo>
                      <a:pt x="227" y="163"/>
                      <a:pt x="222" y="178"/>
                      <a:pt x="212" y="192"/>
                    </a:cubicBezTo>
                    <a:cubicBezTo>
                      <a:pt x="198" y="211"/>
                      <a:pt x="179" y="222"/>
                      <a:pt x="156" y="228"/>
                    </a:cubicBezTo>
                    <a:cubicBezTo>
                      <a:pt x="137" y="232"/>
                      <a:pt x="118" y="235"/>
                      <a:pt x="98" y="230"/>
                    </a:cubicBezTo>
                    <a:cubicBezTo>
                      <a:pt x="88" y="228"/>
                      <a:pt x="78" y="223"/>
                      <a:pt x="70" y="215"/>
                    </a:cubicBezTo>
                    <a:cubicBezTo>
                      <a:pt x="69" y="214"/>
                      <a:pt x="68" y="211"/>
                      <a:pt x="69" y="210"/>
                    </a:cubicBezTo>
                    <a:cubicBezTo>
                      <a:pt x="73" y="197"/>
                      <a:pt x="73" y="185"/>
                      <a:pt x="71" y="173"/>
                    </a:cubicBezTo>
                    <a:cubicBezTo>
                      <a:pt x="71" y="172"/>
                      <a:pt x="71" y="171"/>
                      <a:pt x="71" y="171"/>
                    </a:cubicBezTo>
                    <a:cubicBezTo>
                      <a:pt x="80" y="171"/>
                      <a:pt x="88" y="171"/>
                      <a:pt x="97" y="170"/>
                    </a:cubicBezTo>
                    <a:cubicBezTo>
                      <a:pt x="112" y="168"/>
                      <a:pt x="124" y="160"/>
                      <a:pt x="135" y="150"/>
                    </a:cubicBezTo>
                    <a:cubicBezTo>
                      <a:pt x="144" y="142"/>
                      <a:pt x="152" y="132"/>
                      <a:pt x="161" y="122"/>
                    </a:cubicBezTo>
                    <a:cubicBezTo>
                      <a:pt x="167" y="115"/>
                      <a:pt x="173" y="109"/>
                      <a:pt x="183" y="109"/>
                    </a:cubicBezTo>
                    <a:cubicBezTo>
                      <a:pt x="185" y="109"/>
                      <a:pt x="187" y="107"/>
                      <a:pt x="187" y="105"/>
                    </a:cubicBezTo>
                    <a:cubicBezTo>
                      <a:pt x="188" y="102"/>
                      <a:pt x="186" y="99"/>
                      <a:pt x="183" y="100"/>
                    </a:cubicBezTo>
                    <a:cubicBezTo>
                      <a:pt x="178" y="100"/>
                      <a:pt x="173" y="100"/>
                      <a:pt x="168" y="102"/>
                    </a:cubicBezTo>
                    <a:cubicBezTo>
                      <a:pt x="159" y="106"/>
                      <a:pt x="153" y="115"/>
                      <a:pt x="147" y="123"/>
                    </a:cubicBezTo>
                    <a:cubicBezTo>
                      <a:pt x="136" y="137"/>
                      <a:pt x="123" y="150"/>
                      <a:pt x="106" y="157"/>
                    </a:cubicBezTo>
                    <a:cubicBezTo>
                      <a:pt x="95" y="161"/>
                      <a:pt x="84" y="163"/>
                      <a:pt x="72" y="159"/>
                    </a:cubicBezTo>
                    <a:cubicBezTo>
                      <a:pt x="70" y="158"/>
                      <a:pt x="67" y="156"/>
                      <a:pt x="65" y="153"/>
                    </a:cubicBezTo>
                    <a:cubicBezTo>
                      <a:pt x="59" y="143"/>
                      <a:pt x="51" y="135"/>
                      <a:pt x="40" y="128"/>
                    </a:cubicBezTo>
                    <a:cubicBezTo>
                      <a:pt x="34" y="124"/>
                      <a:pt x="32" y="118"/>
                      <a:pt x="36" y="111"/>
                    </a:cubicBezTo>
                    <a:cubicBezTo>
                      <a:pt x="40" y="103"/>
                      <a:pt x="45" y="95"/>
                      <a:pt x="50" y="87"/>
                    </a:cubicBezTo>
                    <a:cubicBezTo>
                      <a:pt x="58" y="76"/>
                      <a:pt x="59" y="64"/>
                      <a:pt x="57" y="51"/>
                    </a:cubicBezTo>
                    <a:cubicBezTo>
                      <a:pt x="57" y="48"/>
                      <a:pt x="55" y="45"/>
                      <a:pt x="52" y="46"/>
                    </a:cubicBezTo>
                    <a:cubicBezTo>
                      <a:pt x="48" y="47"/>
                      <a:pt x="47" y="49"/>
                      <a:pt x="47" y="52"/>
                    </a:cubicBezTo>
                    <a:cubicBezTo>
                      <a:pt x="47" y="59"/>
                      <a:pt x="48" y="65"/>
                      <a:pt x="46" y="71"/>
                    </a:cubicBezTo>
                    <a:cubicBezTo>
                      <a:pt x="44" y="78"/>
                      <a:pt x="39" y="85"/>
                      <a:pt x="35" y="91"/>
                    </a:cubicBezTo>
                    <a:cubicBezTo>
                      <a:pt x="30" y="99"/>
                      <a:pt x="25" y="108"/>
                      <a:pt x="23" y="119"/>
                    </a:cubicBezTo>
                    <a:cubicBezTo>
                      <a:pt x="16" y="113"/>
                      <a:pt x="9" y="108"/>
                      <a:pt x="3" y="104"/>
                    </a:cubicBezTo>
                    <a:cubicBezTo>
                      <a:pt x="6" y="98"/>
                      <a:pt x="9" y="92"/>
                      <a:pt x="10" y="87"/>
                    </a:cubicBezTo>
                    <a:cubicBezTo>
                      <a:pt x="13" y="76"/>
                      <a:pt x="10" y="67"/>
                      <a:pt x="5" y="58"/>
                    </a:cubicBezTo>
                    <a:cubicBezTo>
                      <a:pt x="0" y="50"/>
                      <a:pt x="2" y="42"/>
                      <a:pt x="7" y="35"/>
                    </a:cubicBezTo>
                    <a:cubicBezTo>
                      <a:pt x="19" y="13"/>
                      <a:pt x="47" y="0"/>
                      <a:pt x="72" y="5"/>
                    </a:cubicBezTo>
                    <a:cubicBezTo>
                      <a:pt x="86" y="7"/>
                      <a:pt x="98" y="14"/>
                      <a:pt x="106" y="25"/>
                    </a:cubicBezTo>
                    <a:cubicBezTo>
                      <a:pt x="116" y="38"/>
                      <a:pt x="117" y="52"/>
                      <a:pt x="111" y="66"/>
                    </a:cubicBezTo>
                    <a:cubicBezTo>
                      <a:pt x="110" y="69"/>
                      <a:pt x="108" y="73"/>
                      <a:pt x="106" y="76"/>
                    </a:cubicBezTo>
                    <a:cubicBezTo>
                      <a:pt x="104" y="79"/>
                      <a:pt x="104" y="82"/>
                      <a:pt x="107" y="84"/>
                    </a:cubicBezTo>
                    <a:cubicBezTo>
                      <a:pt x="110" y="86"/>
                      <a:pt x="113" y="84"/>
                      <a:pt x="115" y="82"/>
                    </a:cubicBezTo>
                    <a:cubicBezTo>
                      <a:pt x="120" y="76"/>
                      <a:pt x="125" y="70"/>
                      <a:pt x="131" y="64"/>
                    </a:cubicBezTo>
                    <a:cubicBezTo>
                      <a:pt x="140" y="55"/>
                      <a:pt x="150" y="48"/>
                      <a:pt x="163" y="44"/>
                    </a:cubicBezTo>
                    <a:cubicBezTo>
                      <a:pt x="174" y="41"/>
                      <a:pt x="184" y="44"/>
                      <a:pt x="193" y="49"/>
                    </a:cubicBezTo>
                    <a:cubicBezTo>
                      <a:pt x="208" y="57"/>
                      <a:pt x="219" y="68"/>
                      <a:pt x="223" y="84"/>
                    </a:cubicBezTo>
                    <a:cubicBezTo>
                      <a:pt x="226" y="93"/>
                      <a:pt x="226" y="103"/>
                      <a:pt x="224" y="112"/>
                    </a:cubicBezTo>
                    <a:cubicBezTo>
                      <a:pt x="219" y="133"/>
                      <a:pt x="207" y="149"/>
                      <a:pt x="188" y="160"/>
                    </a:cubicBezTo>
                    <a:cubicBezTo>
                      <a:pt x="179" y="164"/>
                      <a:pt x="169" y="168"/>
                      <a:pt x="159" y="169"/>
                    </a:cubicBezTo>
                    <a:cubicBezTo>
                      <a:pt x="157" y="169"/>
                      <a:pt x="154" y="169"/>
                      <a:pt x="152" y="169"/>
                    </a:cubicBezTo>
                    <a:cubicBezTo>
                      <a:pt x="149" y="168"/>
                      <a:pt x="146" y="170"/>
                      <a:pt x="146" y="173"/>
                    </a:cubicBezTo>
                    <a:cubicBezTo>
                      <a:pt x="146" y="176"/>
                      <a:pt x="147" y="178"/>
                      <a:pt x="150" y="179"/>
                    </a:cubicBezTo>
                    <a:cubicBezTo>
                      <a:pt x="162" y="181"/>
                      <a:pt x="172" y="178"/>
                      <a:pt x="182" y="174"/>
                    </a:cubicBezTo>
                    <a:cubicBezTo>
                      <a:pt x="197" y="168"/>
                      <a:pt x="210" y="158"/>
                      <a:pt x="221" y="144"/>
                    </a:cubicBezTo>
                    <a:close/>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US" sz="1350" kern="1200">
                  <a:solidFill>
                    <a:srgbClr val="282F39"/>
                  </a:solidFill>
                  <a:latin typeface="Calibri" panose="020F0502020204030204"/>
                  <a:ea typeface="+mn-ea"/>
                  <a:cs typeface="+mn-cs"/>
                </a:endParaRPr>
              </a:p>
            </p:txBody>
          </p:sp>
          <p:sp>
            <p:nvSpPr>
              <p:cNvPr id="22" name="Freeform 15">
                <a:extLst>
                  <a:ext uri="{FF2B5EF4-FFF2-40B4-BE49-F238E27FC236}">
                    <a16:creationId xmlns:a16="http://schemas.microsoft.com/office/drawing/2014/main" id="{BE3B19DE-2E6A-4C8C-8EB3-2010C815E890}"/>
                  </a:ext>
                </a:extLst>
              </p:cNvPr>
              <p:cNvSpPr>
                <a:spLocks/>
              </p:cNvSpPr>
              <p:nvPr/>
            </p:nvSpPr>
            <p:spPr bwMode="auto">
              <a:xfrm>
                <a:off x="2881894" y="-3281153"/>
                <a:ext cx="1331222" cy="1148716"/>
              </a:xfrm>
              <a:custGeom>
                <a:avLst/>
                <a:gdLst>
                  <a:gd name="T0" fmla="*/ 154 w 247"/>
                  <a:gd name="T1" fmla="*/ 213 h 213"/>
                  <a:gd name="T2" fmla="*/ 148 w 247"/>
                  <a:gd name="T3" fmla="*/ 187 h 213"/>
                  <a:gd name="T4" fmla="*/ 132 w 247"/>
                  <a:gd name="T5" fmla="*/ 167 h 213"/>
                  <a:gd name="T6" fmla="*/ 130 w 247"/>
                  <a:gd name="T7" fmla="*/ 160 h 213"/>
                  <a:gd name="T8" fmla="*/ 118 w 247"/>
                  <a:gd name="T9" fmla="*/ 106 h 213"/>
                  <a:gd name="T10" fmla="*/ 118 w 247"/>
                  <a:gd name="T11" fmla="*/ 93 h 213"/>
                  <a:gd name="T12" fmla="*/ 125 w 247"/>
                  <a:gd name="T13" fmla="*/ 87 h 213"/>
                  <a:gd name="T14" fmla="*/ 129 w 247"/>
                  <a:gd name="T15" fmla="*/ 81 h 213"/>
                  <a:gd name="T16" fmla="*/ 123 w 247"/>
                  <a:gd name="T17" fmla="*/ 78 h 213"/>
                  <a:gd name="T18" fmla="*/ 109 w 247"/>
                  <a:gd name="T19" fmla="*/ 89 h 213"/>
                  <a:gd name="T20" fmla="*/ 105 w 247"/>
                  <a:gd name="T21" fmla="*/ 100 h 213"/>
                  <a:gd name="T22" fmla="*/ 61 w 247"/>
                  <a:gd name="T23" fmla="*/ 104 h 213"/>
                  <a:gd name="T24" fmla="*/ 64 w 247"/>
                  <a:gd name="T25" fmla="*/ 86 h 213"/>
                  <a:gd name="T26" fmla="*/ 40 w 247"/>
                  <a:gd name="T27" fmla="*/ 49 h 213"/>
                  <a:gd name="T28" fmla="*/ 21 w 247"/>
                  <a:gd name="T29" fmla="*/ 44 h 213"/>
                  <a:gd name="T30" fmla="*/ 16 w 247"/>
                  <a:gd name="T31" fmla="*/ 41 h 213"/>
                  <a:gd name="T32" fmla="*/ 0 w 247"/>
                  <a:gd name="T33" fmla="*/ 14 h 213"/>
                  <a:gd name="T34" fmla="*/ 26 w 247"/>
                  <a:gd name="T35" fmla="*/ 2 h 213"/>
                  <a:gd name="T36" fmla="*/ 99 w 247"/>
                  <a:gd name="T37" fmla="*/ 35 h 213"/>
                  <a:gd name="T38" fmla="*/ 104 w 247"/>
                  <a:gd name="T39" fmla="*/ 52 h 213"/>
                  <a:gd name="T40" fmla="*/ 112 w 247"/>
                  <a:gd name="T41" fmla="*/ 58 h 213"/>
                  <a:gd name="T42" fmla="*/ 166 w 247"/>
                  <a:gd name="T43" fmla="*/ 73 h 213"/>
                  <a:gd name="T44" fmla="*/ 193 w 247"/>
                  <a:gd name="T45" fmla="*/ 117 h 213"/>
                  <a:gd name="T46" fmla="*/ 192 w 247"/>
                  <a:gd name="T47" fmla="*/ 153 h 213"/>
                  <a:gd name="T48" fmla="*/ 190 w 247"/>
                  <a:gd name="T49" fmla="*/ 157 h 213"/>
                  <a:gd name="T50" fmla="*/ 192 w 247"/>
                  <a:gd name="T51" fmla="*/ 165 h 213"/>
                  <a:gd name="T52" fmla="*/ 199 w 247"/>
                  <a:gd name="T53" fmla="*/ 163 h 213"/>
                  <a:gd name="T54" fmla="*/ 204 w 247"/>
                  <a:gd name="T55" fmla="*/ 146 h 213"/>
                  <a:gd name="T56" fmla="*/ 205 w 247"/>
                  <a:gd name="T57" fmla="*/ 126 h 213"/>
                  <a:gd name="T58" fmla="*/ 233 w 247"/>
                  <a:gd name="T59" fmla="*/ 142 h 213"/>
                  <a:gd name="T60" fmla="*/ 238 w 247"/>
                  <a:gd name="T61" fmla="*/ 195 h 213"/>
                  <a:gd name="T62" fmla="*/ 235 w 247"/>
                  <a:gd name="T63" fmla="*/ 200 h 213"/>
                  <a:gd name="T64" fmla="*/ 230 w 247"/>
                  <a:gd name="T65" fmla="*/ 201 h 213"/>
                  <a:gd name="T66" fmla="*/ 162 w 247"/>
                  <a:gd name="T67" fmla="*/ 206 h 213"/>
                  <a:gd name="T68" fmla="*/ 154 w 247"/>
                  <a:gd name="T69" fmla="*/ 21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7" h="213">
                    <a:moveTo>
                      <a:pt x="154" y="213"/>
                    </a:moveTo>
                    <a:cubicBezTo>
                      <a:pt x="152" y="204"/>
                      <a:pt x="152" y="195"/>
                      <a:pt x="148" y="187"/>
                    </a:cubicBezTo>
                    <a:cubicBezTo>
                      <a:pt x="145" y="180"/>
                      <a:pt x="138" y="173"/>
                      <a:pt x="132" y="167"/>
                    </a:cubicBezTo>
                    <a:cubicBezTo>
                      <a:pt x="130" y="164"/>
                      <a:pt x="129" y="163"/>
                      <a:pt x="130" y="160"/>
                    </a:cubicBezTo>
                    <a:cubicBezTo>
                      <a:pt x="139" y="141"/>
                      <a:pt x="135" y="118"/>
                      <a:pt x="118" y="106"/>
                    </a:cubicBezTo>
                    <a:cubicBezTo>
                      <a:pt x="115" y="104"/>
                      <a:pt x="115" y="98"/>
                      <a:pt x="118" y="93"/>
                    </a:cubicBezTo>
                    <a:cubicBezTo>
                      <a:pt x="120" y="91"/>
                      <a:pt x="123" y="88"/>
                      <a:pt x="125" y="87"/>
                    </a:cubicBezTo>
                    <a:cubicBezTo>
                      <a:pt x="129" y="86"/>
                      <a:pt x="130" y="84"/>
                      <a:pt x="129" y="81"/>
                    </a:cubicBezTo>
                    <a:cubicBezTo>
                      <a:pt x="128" y="79"/>
                      <a:pt x="125" y="78"/>
                      <a:pt x="123" y="78"/>
                    </a:cubicBezTo>
                    <a:cubicBezTo>
                      <a:pt x="116" y="78"/>
                      <a:pt x="112" y="83"/>
                      <a:pt x="109" y="89"/>
                    </a:cubicBezTo>
                    <a:cubicBezTo>
                      <a:pt x="107" y="92"/>
                      <a:pt x="106" y="95"/>
                      <a:pt x="105" y="100"/>
                    </a:cubicBezTo>
                    <a:cubicBezTo>
                      <a:pt x="90" y="96"/>
                      <a:pt x="75" y="99"/>
                      <a:pt x="61" y="104"/>
                    </a:cubicBezTo>
                    <a:cubicBezTo>
                      <a:pt x="62" y="98"/>
                      <a:pt x="64" y="92"/>
                      <a:pt x="64" y="86"/>
                    </a:cubicBezTo>
                    <a:cubicBezTo>
                      <a:pt x="65" y="68"/>
                      <a:pt x="55" y="56"/>
                      <a:pt x="40" y="49"/>
                    </a:cubicBezTo>
                    <a:cubicBezTo>
                      <a:pt x="34" y="47"/>
                      <a:pt x="27" y="46"/>
                      <a:pt x="21" y="44"/>
                    </a:cubicBezTo>
                    <a:cubicBezTo>
                      <a:pt x="19" y="44"/>
                      <a:pt x="17" y="42"/>
                      <a:pt x="16" y="41"/>
                    </a:cubicBezTo>
                    <a:cubicBezTo>
                      <a:pt x="11" y="32"/>
                      <a:pt x="6" y="23"/>
                      <a:pt x="0" y="14"/>
                    </a:cubicBezTo>
                    <a:cubicBezTo>
                      <a:pt x="7" y="7"/>
                      <a:pt x="16" y="3"/>
                      <a:pt x="26" y="2"/>
                    </a:cubicBezTo>
                    <a:cubicBezTo>
                      <a:pt x="56" y="0"/>
                      <a:pt x="81" y="9"/>
                      <a:pt x="99" y="35"/>
                    </a:cubicBezTo>
                    <a:cubicBezTo>
                      <a:pt x="102" y="40"/>
                      <a:pt x="103" y="46"/>
                      <a:pt x="104" y="52"/>
                    </a:cubicBezTo>
                    <a:cubicBezTo>
                      <a:pt x="106" y="57"/>
                      <a:pt x="107" y="58"/>
                      <a:pt x="112" y="58"/>
                    </a:cubicBezTo>
                    <a:cubicBezTo>
                      <a:pt x="133" y="54"/>
                      <a:pt x="150" y="60"/>
                      <a:pt x="166" y="73"/>
                    </a:cubicBezTo>
                    <a:cubicBezTo>
                      <a:pt x="180" y="85"/>
                      <a:pt x="189" y="100"/>
                      <a:pt x="193" y="117"/>
                    </a:cubicBezTo>
                    <a:cubicBezTo>
                      <a:pt x="195" y="129"/>
                      <a:pt x="196" y="141"/>
                      <a:pt x="192" y="153"/>
                    </a:cubicBezTo>
                    <a:cubicBezTo>
                      <a:pt x="191" y="155"/>
                      <a:pt x="190" y="156"/>
                      <a:pt x="190" y="157"/>
                    </a:cubicBezTo>
                    <a:cubicBezTo>
                      <a:pt x="188" y="160"/>
                      <a:pt x="189" y="163"/>
                      <a:pt x="192" y="165"/>
                    </a:cubicBezTo>
                    <a:cubicBezTo>
                      <a:pt x="195" y="167"/>
                      <a:pt x="198" y="165"/>
                      <a:pt x="199" y="163"/>
                    </a:cubicBezTo>
                    <a:cubicBezTo>
                      <a:pt x="201" y="157"/>
                      <a:pt x="203" y="152"/>
                      <a:pt x="204" y="146"/>
                    </a:cubicBezTo>
                    <a:cubicBezTo>
                      <a:pt x="205" y="139"/>
                      <a:pt x="205" y="133"/>
                      <a:pt x="205" y="126"/>
                    </a:cubicBezTo>
                    <a:cubicBezTo>
                      <a:pt x="217" y="126"/>
                      <a:pt x="226" y="132"/>
                      <a:pt x="233" y="142"/>
                    </a:cubicBezTo>
                    <a:cubicBezTo>
                      <a:pt x="245" y="158"/>
                      <a:pt x="247" y="176"/>
                      <a:pt x="238" y="195"/>
                    </a:cubicBezTo>
                    <a:cubicBezTo>
                      <a:pt x="238" y="197"/>
                      <a:pt x="237" y="199"/>
                      <a:pt x="235" y="200"/>
                    </a:cubicBezTo>
                    <a:cubicBezTo>
                      <a:pt x="234" y="201"/>
                      <a:pt x="231" y="202"/>
                      <a:pt x="230" y="201"/>
                    </a:cubicBezTo>
                    <a:cubicBezTo>
                      <a:pt x="206" y="186"/>
                      <a:pt x="184" y="190"/>
                      <a:pt x="162" y="206"/>
                    </a:cubicBezTo>
                    <a:cubicBezTo>
                      <a:pt x="159" y="209"/>
                      <a:pt x="156" y="211"/>
                      <a:pt x="154" y="213"/>
                    </a:cubicBezTo>
                    <a:close/>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US" sz="1350" kern="1200">
                  <a:solidFill>
                    <a:srgbClr val="282F39"/>
                  </a:solidFill>
                  <a:latin typeface="Calibri" panose="020F0502020204030204"/>
                  <a:ea typeface="+mn-ea"/>
                  <a:cs typeface="+mn-cs"/>
                </a:endParaRPr>
              </a:p>
            </p:txBody>
          </p:sp>
          <p:sp>
            <p:nvSpPr>
              <p:cNvPr id="23" name="Freeform 16">
                <a:extLst>
                  <a:ext uri="{FF2B5EF4-FFF2-40B4-BE49-F238E27FC236}">
                    <a16:creationId xmlns:a16="http://schemas.microsoft.com/office/drawing/2014/main" id="{28196F54-7BEA-4E90-BDFF-3B9B87E94361}"/>
                  </a:ext>
                </a:extLst>
              </p:cNvPr>
              <p:cNvSpPr>
                <a:spLocks/>
              </p:cNvSpPr>
              <p:nvPr/>
            </p:nvSpPr>
            <p:spPr bwMode="auto">
              <a:xfrm>
                <a:off x="906533" y="-2929559"/>
                <a:ext cx="475054" cy="662928"/>
              </a:xfrm>
              <a:custGeom>
                <a:avLst/>
                <a:gdLst>
                  <a:gd name="T0" fmla="*/ 78 w 88"/>
                  <a:gd name="T1" fmla="*/ 1 h 123"/>
                  <a:gd name="T2" fmla="*/ 88 w 88"/>
                  <a:gd name="T3" fmla="*/ 59 h 123"/>
                  <a:gd name="T4" fmla="*/ 58 w 88"/>
                  <a:gd name="T5" fmla="*/ 81 h 123"/>
                  <a:gd name="T6" fmla="*/ 48 w 88"/>
                  <a:gd name="T7" fmla="*/ 117 h 123"/>
                  <a:gd name="T8" fmla="*/ 24 w 88"/>
                  <a:gd name="T9" fmla="*/ 123 h 123"/>
                  <a:gd name="T10" fmla="*/ 20 w 88"/>
                  <a:gd name="T11" fmla="*/ 121 h 123"/>
                  <a:gd name="T12" fmla="*/ 3 w 88"/>
                  <a:gd name="T13" fmla="*/ 82 h 123"/>
                  <a:gd name="T14" fmla="*/ 41 w 88"/>
                  <a:gd name="T15" fmla="*/ 9 h 123"/>
                  <a:gd name="T16" fmla="*/ 75 w 88"/>
                  <a:gd name="T17" fmla="*/ 1 h 123"/>
                  <a:gd name="T18" fmla="*/ 78 w 88"/>
                  <a:gd name="T19" fmla="*/ 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123">
                    <a:moveTo>
                      <a:pt x="78" y="1"/>
                    </a:moveTo>
                    <a:cubicBezTo>
                      <a:pt x="76" y="22"/>
                      <a:pt x="81" y="40"/>
                      <a:pt x="88" y="59"/>
                    </a:cubicBezTo>
                    <a:cubicBezTo>
                      <a:pt x="76" y="64"/>
                      <a:pt x="66" y="70"/>
                      <a:pt x="58" y="81"/>
                    </a:cubicBezTo>
                    <a:cubicBezTo>
                      <a:pt x="51" y="92"/>
                      <a:pt x="47" y="103"/>
                      <a:pt x="48" y="117"/>
                    </a:cubicBezTo>
                    <a:cubicBezTo>
                      <a:pt x="39" y="116"/>
                      <a:pt x="31" y="118"/>
                      <a:pt x="24" y="123"/>
                    </a:cubicBezTo>
                    <a:cubicBezTo>
                      <a:pt x="23" y="123"/>
                      <a:pt x="20" y="122"/>
                      <a:pt x="20" y="121"/>
                    </a:cubicBezTo>
                    <a:cubicBezTo>
                      <a:pt x="9" y="110"/>
                      <a:pt x="4" y="96"/>
                      <a:pt x="3" y="82"/>
                    </a:cubicBezTo>
                    <a:cubicBezTo>
                      <a:pt x="0" y="50"/>
                      <a:pt x="13" y="25"/>
                      <a:pt x="41" y="9"/>
                    </a:cubicBezTo>
                    <a:cubicBezTo>
                      <a:pt x="51" y="2"/>
                      <a:pt x="63" y="0"/>
                      <a:pt x="75" y="1"/>
                    </a:cubicBezTo>
                    <a:cubicBezTo>
                      <a:pt x="76" y="1"/>
                      <a:pt x="77" y="1"/>
                      <a:pt x="78" y="1"/>
                    </a:cubicBezTo>
                    <a:close/>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US" sz="1350" kern="1200">
                  <a:solidFill>
                    <a:srgbClr val="282F39"/>
                  </a:solidFill>
                  <a:latin typeface="Calibri" panose="020F0502020204030204"/>
                  <a:ea typeface="+mn-ea"/>
                  <a:cs typeface="+mn-cs"/>
                </a:endParaRPr>
              </a:p>
            </p:txBody>
          </p:sp>
          <p:sp>
            <p:nvSpPr>
              <p:cNvPr id="24" name="Freeform 17">
                <a:extLst>
                  <a:ext uri="{FF2B5EF4-FFF2-40B4-BE49-F238E27FC236}">
                    <a16:creationId xmlns:a16="http://schemas.microsoft.com/office/drawing/2014/main" id="{E5D2F214-1B41-4E64-BFC2-03BEFD7EDD0B}"/>
                  </a:ext>
                </a:extLst>
              </p:cNvPr>
              <p:cNvSpPr>
                <a:spLocks/>
              </p:cNvSpPr>
              <p:nvPr/>
            </p:nvSpPr>
            <p:spPr bwMode="auto">
              <a:xfrm>
                <a:off x="675716" y="-2454507"/>
                <a:ext cx="308651" cy="614617"/>
              </a:xfrm>
              <a:custGeom>
                <a:avLst/>
                <a:gdLst>
                  <a:gd name="T0" fmla="*/ 36 w 57"/>
                  <a:gd name="T1" fmla="*/ 0 h 114"/>
                  <a:gd name="T2" fmla="*/ 56 w 57"/>
                  <a:gd name="T3" fmla="*/ 42 h 114"/>
                  <a:gd name="T4" fmla="*/ 56 w 57"/>
                  <a:gd name="T5" fmla="*/ 46 h 114"/>
                  <a:gd name="T6" fmla="*/ 51 w 57"/>
                  <a:gd name="T7" fmla="*/ 80 h 114"/>
                  <a:gd name="T8" fmla="*/ 49 w 57"/>
                  <a:gd name="T9" fmla="*/ 84 h 114"/>
                  <a:gd name="T10" fmla="*/ 19 w 57"/>
                  <a:gd name="T11" fmla="*/ 114 h 114"/>
                  <a:gd name="T12" fmla="*/ 5 w 57"/>
                  <a:gd name="T13" fmla="*/ 90 h 114"/>
                  <a:gd name="T14" fmla="*/ 5 w 57"/>
                  <a:gd name="T15" fmla="*/ 37 h 114"/>
                  <a:gd name="T16" fmla="*/ 27 w 57"/>
                  <a:gd name="T17" fmla="*/ 4 h 114"/>
                  <a:gd name="T18" fmla="*/ 36 w 57"/>
                  <a:gd name="T19"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114">
                    <a:moveTo>
                      <a:pt x="36" y="0"/>
                    </a:moveTo>
                    <a:cubicBezTo>
                      <a:pt x="39" y="17"/>
                      <a:pt x="46" y="31"/>
                      <a:pt x="56" y="42"/>
                    </a:cubicBezTo>
                    <a:cubicBezTo>
                      <a:pt x="57" y="43"/>
                      <a:pt x="57" y="45"/>
                      <a:pt x="56" y="46"/>
                    </a:cubicBezTo>
                    <a:cubicBezTo>
                      <a:pt x="50" y="57"/>
                      <a:pt x="48" y="68"/>
                      <a:pt x="51" y="80"/>
                    </a:cubicBezTo>
                    <a:cubicBezTo>
                      <a:pt x="51" y="81"/>
                      <a:pt x="50" y="84"/>
                      <a:pt x="49" y="84"/>
                    </a:cubicBezTo>
                    <a:cubicBezTo>
                      <a:pt x="37" y="93"/>
                      <a:pt x="27" y="102"/>
                      <a:pt x="19" y="114"/>
                    </a:cubicBezTo>
                    <a:cubicBezTo>
                      <a:pt x="12" y="107"/>
                      <a:pt x="8" y="99"/>
                      <a:pt x="5" y="90"/>
                    </a:cubicBezTo>
                    <a:cubicBezTo>
                      <a:pt x="0" y="72"/>
                      <a:pt x="0" y="54"/>
                      <a:pt x="5" y="37"/>
                    </a:cubicBezTo>
                    <a:cubicBezTo>
                      <a:pt x="9" y="24"/>
                      <a:pt x="15" y="12"/>
                      <a:pt x="27" y="4"/>
                    </a:cubicBezTo>
                    <a:cubicBezTo>
                      <a:pt x="30" y="3"/>
                      <a:pt x="33" y="2"/>
                      <a:pt x="36" y="0"/>
                    </a:cubicBezTo>
                    <a:close/>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US" sz="1350" kern="1200">
                  <a:solidFill>
                    <a:srgbClr val="282F39"/>
                  </a:solidFill>
                  <a:latin typeface="Calibri" panose="020F0502020204030204"/>
                  <a:ea typeface="+mn-ea"/>
                  <a:cs typeface="+mn-cs"/>
                </a:endParaRPr>
              </a:p>
            </p:txBody>
          </p:sp>
        </p:grpSp>
      </p:grpSp>
      <p:grpSp>
        <p:nvGrpSpPr>
          <p:cNvPr id="26" name="Group 25">
            <a:extLst>
              <a:ext uri="{FF2B5EF4-FFF2-40B4-BE49-F238E27FC236}">
                <a16:creationId xmlns:a16="http://schemas.microsoft.com/office/drawing/2014/main" id="{DB955DA5-C747-48C5-AF10-CC0CA3956A10}"/>
              </a:ext>
            </a:extLst>
          </p:cNvPr>
          <p:cNvGrpSpPr/>
          <p:nvPr/>
        </p:nvGrpSpPr>
        <p:grpSpPr>
          <a:xfrm>
            <a:off x="3225880" y="822691"/>
            <a:ext cx="1303820" cy="1590326"/>
            <a:chOff x="7931851" y="2464731"/>
            <a:chExt cx="1002842" cy="1223210"/>
          </a:xfrm>
          <a:solidFill>
            <a:schemeClr val="accent5"/>
          </a:solidFill>
        </p:grpSpPr>
        <p:sp>
          <p:nvSpPr>
            <p:cNvPr id="27" name="Freeform 5">
              <a:extLst>
                <a:ext uri="{FF2B5EF4-FFF2-40B4-BE49-F238E27FC236}">
                  <a16:creationId xmlns:a16="http://schemas.microsoft.com/office/drawing/2014/main" id="{C5BE63E2-9EDC-463E-B395-EFBD904012E2}"/>
                </a:ext>
              </a:extLst>
            </p:cNvPr>
            <p:cNvSpPr>
              <a:spLocks noEditPoints="1"/>
            </p:cNvSpPr>
            <p:nvPr/>
          </p:nvSpPr>
          <p:spPr bwMode="auto">
            <a:xfrm>
              <a:off x="8120806" y="2650831"/>
              <a:ext cx="623981" cy="1037110"/>
            </a:xfrm>
            <a:custGeom>
              <a:avLst/>
              <a:gdLst>
                <a:gd name="T0" fmla="*/ 674 w 750"/>
                <a:gd name="T1" fmla="*/ 602 h 1237"/>
                <a:gd name="T2" fmla="*/ 750 w 750"/>
                <a:gd name="T3" fmla="*/ 376 h 1237"/>
                <a:gd name="T4" fmla="*/ 638 w 750"/>
                <a:gd name="T5" fmla="*/ 110 h 1237"/>
                <a:gd name="T6" fmla="*/ 370 w 750"/>
                <a:gd name="T7" fmla="*/ 2 h 1237"/>
                <a:gd name="T8" fmla="*/ 110 w 750"/>
                <a:gd name="T9" fmla="*/ 112 h 1237"/>
                <a:gd name="T10" fmla="*/ 1 w 750"/>
                <a:gd name="T11" fmla="*/ 373 h 1237"/>
                <a:gd name="T12" fmla="*/ 77 w 750"/>
                <a:gd name="T13" fmla="*/ 603 h 1237"/>
                <a:gd name="T14" fmla="*/ 205 w 750"/>
                <a:gd name="T15" fmla="*/ 976 h 1237"/>
                <a:gd name="T16" fmla="*/ 205 w 750"/>
                <a:gd name="T17" fmla="*/ 1120 h 1237"/>
                <a:gd name="T18" fmla="*/ 321 w 750"/>
                <a:gd name="T19" fmla="*/ 1237 h 1237"/>
                <a:gd name="T20" fmla="*/ 430 w 750"/>
                <a:gd name="T21" fmla="*/ 1237 h 1237"/>
                <a:gd name="T22" fmla="*/ 546 w 750"/>
                <a:gd name="T23" fmla="*/ 1120 h 1237"/>
                <a:gd name="T24" fmla="*/ 546 w 750"/>
                <a:gd name="T25" fmla="*/ 976 h 1237"/>
                <a:gd name="T26" fmla="*/ 674 w 750"/>
                <a:gd name="T27" fmla="*/ 602 h 1237"/>
                <a:gd name="T28" fmla="*/ 116 w 750"/>
                <a:gd name="T29" fmla="*/ 574 h 1237"/>
                <a:gd name="T30" fmla="*/ 49 w 750"/>
                <a:gd name="T31" fmla="*/ 373 h 1237"/>
                <a:gd name="T32" fmla="*/ 371 w 750"/>
                <a:gd name="T33" fmla="*/ 50 h 1237"/>
                <a:gd name="T34" fmla="*/ 605 w 750"/>
                <a:gd name="T35" fmla="*/ 144 h 1237"/>
                <a:gd name="T36" fmla="*/ 702 w 750"/>
                <a:gd name="T37" fmla="*/ 376 h 1237"/>
                <a:gd name="T38" fmla="*/ 636 w 750"/>
                <a:gd name="T39" fmla="*/ 573 h 1237"/>
                <a:gd name="T40" fmla="*/ 498 w 750"/>
                <a:gd name="T41" fmla="*/ 967 h 1237"/>
                <a:gd name="T42" fmla="*/ 253 w 750"/>
                <a:gd name="T43" fmla="*/ 967 h 1237"/>
                <a:gd name="T44" fmla="*/ 116 w 750"/>
                <a:gd name="T45" fmla="*/ 574 h 1237"/>
                <a:gd name="T46" fmla="*/ 253 w 750"/>
                <a:gd name="T47" fmla="*/ 1104 h 1237"/>
                <a:gd name="T48" fmla="*/ 253 w 750"/>
                <a:gd name="T49" fmla="*/ 1085 h 1237"/>
                <a:gd name="T50" fmla="*/ 498 w 750"/>
                <a:gd name="T51" fmla="*/ 1113 h 1237"/>
                <a:gd name="T52" fmla="*/ 498 w 750"/>
                <a:gd name="T53" fmla="*/ 1120 h 1237"/>
                <a:gd name="T54" fmla="*/ 497 w 750"/>
                <a:gd name="T55" fmla="*/ 1132 h 1237"/>
                <a:gd name="T56" fmla="*/ 253 w 750"/>
                <a:gd name="T57" fmla="*/ 1104 h 1237"/>
                <a:gd name="T58" fmla="*/ 253 w 750"/>
                <a:gd name="T59" fmla="*/ 1036 h 1237"/>
                <a:gd name="T60" fmla="*/ 253 w 750"/>
                <a:gd name="T61" fmla="*/ 1015 h 1237"/>
                <a:gd name="T62" fmla="*/ 498 w 750"/>
                <a:gd name="T63" fmla="*/ 1015 h 1237"/>
                <a:gd name="T64" fmla="*/ 498 w 750"/>
                <a:gd name="T65" fmla="*/ 1064 h 1237"/>
                <a:gd name="T66" fmla="*/ 253 w 750"/>
                <a:gd name="T67" fmla="*/ 1036 h 1237"/>
                <a:gd name="T68" fmla="*/ 321 w 750"/>
                <a:gd name="T69" fmla="*/ 1189 h 1237"/>
                <a:gd name="T70" fmla="*/ 262 w 750"/>
                <a:gd name="T71" fmla="*/ 1153 h 1237"/>
                <a:gd name="T72" fmla="*/ 468 w 750"/>
                <a:gd name="T73" fmla="*/ 1177 h 1237"/>
                <a:gd name="T74" fmla="*/ 430 w 750"/>
                <a:gd name="T75" fmla="*/ 1189 h 1237"/>
                <a:gd name="T76" fmla="*/ 321 w 750"/>
                <a:gd name="T77" fmla="*/ 1189 h 1237"/>
                <a:gd name="T78" fmla="*/ 321 w 750"/>
                <a:gd name="T79" fmla="*/ 1189 h 1237"/>
                <a:gd name="T80" fmla="*/ 321 w 750"/>
                <a:gd name="T81" fmla="*/ 1189 h 1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50" h="1237">
                  <a:moveTo>
                    <a:pt x="674" y="602"/>
                  </a:moveTo>
                  <a:cubicBezTo>
                    <a:pt x="724" y="537"/>
                    <a:pt x="750" y="459"/>
                    <a:pt x="750" y="376"/>
                  </a:cubicBezTo>
                  <a:cubicBezTo>
                    <a:pt x="750" y="275"/>
                    <a:pt x="710" y="180"/>
                    <a:pt x="638" y="110"/>
                  </a:cubicBezTo>
                  <a:cubicBezTo>
                    <a:pt x="566" y="39"/>
                    <a:pt x="471" y="0"/>
                    <a:pt x="370" y="2"/>
                  </a:cubicBezTo>
                  <a:cubicBezTo>
                    <a:pt x="272" y="3"/>
                    <a:pt x="180" y="42"/>
                    <a:pt x="110" y="112"/>
                  </a:cubicBezTo>
                  <a:cubicBezTo>
                    <a:pt x="41" y="182"/>
                    <a:pt x="2" y="275"/>
                    <a:pt x="1" y="373"/>
                  </a:cubicBezTo>
                  <a:cubicBezTo>
                    <a:pt x="0" y="457"/>
                    <a:pt x="27" y="536"/>
                    <a:pt x="77" y="603"/>
                  </a:cubicBezTo>
                  <a:cubicBezTo>
                    <a:pt x="160" y="711"/>
                    <a:pt x="205" y="843"/>
                    <a:pt x="205" y="976"/>
                  </a:cubicBezTo>
                  <a:cubicBezTo>
                    <a:pt x="205" y="1120"/>
                    <a:pt x="205" y="1120"/>
                    <a:pt x="205" y="1120"/>
                  </a:cubicBezTo>
                  <a:cubicBezTo>
                    <a:pt x="205" y="1185"/>
                    <a:pt x="257" y="1237"/>
                    <a:pt x="321" y="1237"/>
                  </a:cubicBezTo>
                  <a:cubicBezTo>
                    <a:pt x="430" y="1237"/>
                    <a:pt x="430" y="1237"/>
                    <a:pt x="430" y="1237"/>
                  </a:cubicBezTo>
                  <a:cubicBezTo>
                    <a:pt x="494" y="1237"/>
                    <a:pt x="546" y="1185"/>
                    <a:pt x="546" y="1120"/>
                  </a:cubicBezTo>
                  <a:cubicBezTo>
                    <a:pt x="546" y="976"/>
                    <a:pt x="546" y="976"/>
                    <a:pt x="546" y="976"/>
                  </a:cubicBezTo>
                  <a:cubicBezTo>
                    <a:pt x="546" y="842"/>
                    <a:pt x="590" y="713"/>
                    <a:pt x="674" y="602"/>
                  </a:cubicBezTo>
                  <a:close/>
                  <a:moveTo>
                    <a:pt x="116" y="574"/>
                  </a:moveTo>
                  <a:cubicBezTo>
                    <a:pt x="71" y="516"/>
                    <a:pt x="48" y="446"/>
                    <a:pt x="49" y="373"/>
                  </a:cubicBezTo>
                  <a:cubicBezTo>
                    <a:pt x="51" y="197"/>
                    <a:pt x="195" y="52"/>
                    <a:pt x="371" y="50"/>
                  </a:cubicBezTo>
                  <a:cubicBezTo>
                    <a:pt x="459" y="49"/>
                    <a:pt x="542" y="82"/>
                    <a:pt x="605" y="144"/>
                  </a:cubicBezTo>
                  <a:cubicBezTo>
                    <a:pt x="667" y="206"/>
                    <a:pt x="702" y="288"/>
                    <a:pt x="702" y="376"/>
                  </a:cubicBezTo>
                  <a:cubicBezTo>
                    <a:pt x="702" y="448"/>
                    <a:pt x="679" y="516"/>
                    <a:pt x="636" y="573"/>
                  </a:cubicBezTo>
                  <a:cubicBezTo>
                    <a:pt x="547" y="690"/>
                    <a:pt x="500" y="825"/>
                    <a:pt x="498" y="967"/>
                  </a:cubicBezTo>
                  <a:cubicBezTo>
                    <a:pt x="253" y="967"/>
                    <a:pt x="253" y="967"/>
                    <a:pt x="253" y="967"/>
                  </a:cubicBezTo>
                  <a:cubicBezTo>
                    <a:pt x="251" y="827"/>
                    <a:pt x="202" y="688"/>
                    <a:pt x="116" y="574"/>
                  </a:cubicBezTo>
                  <a:close/>
                  <a:moveTo>
                    <a:pt x="253" y="1104"/>
                  </a:moveTo>
                  <a:cubicBezTo>
                    <a:pt x="253" y="1085"/>
                    <a:pt x="253" y="1085"/>
                    <a:pt x="253" y="1085"/>
                  </a:cubicBezTo>
                  <a:cubicBezTo>
                    <a:pt x="498" y="1113"/>
                    <a:pt x="498" y="1113"/>
                    <a:pt x="498" y="1113"/>
                  </a:cubicBezTo>
                  <a:cubicBezTo>
                    <a:pt x="498" y="1120"/>
                    <a:pt x="498" y="1120"/>
                    <a:pt x="498" y="1120"/>
                  </a:cubicBezTo>
                  <a:cubicBezTo>
                    <a:pt x="498" y="1124"/>
                    <a:pt x="498" y="1128"/>
                    <a:pt x="497" y="1132"/>
                  </a:cubicBezTo>
                  <a:lnTo>
                    <a:pt x="253" y="1104"/>
                  </a:lnTo>
                  <a:close/>
                  <a:moveTo>
                    <a:pt x="253" y="1036"/>
                  </a:moveTo>
                  <a:cubicBezTo>
                    <a:pt x="253" y="1015"/>
                    <a:pt x="253" y="1015"/>
                    <a:pt x="253" y="1015"/>
                  </a:cubicBezTo>
                  <a:cubicBezTo>
                    <a:pt x="498" y="1015"/>
                    <a:pt x="498" y="1015"/>
                    <a:pt x="498" y="1015"/>
                  </a:cubicBezTo>
                  <a:cubicBezTo>
                    <a:pt x="498" y="1064"/>
                    <a:pt x="498" y="1064"/>
                    <a:pt x="498" y="1064"/>
                  </a:cubicBezTo>
                  <a:lnTo>
                    <a:pt x="253" y="1036"/>
                  </a:lnTo>
                  <a:close/>
                  <a:moveTo>
                    <a:pt x="321" y="1189"/>
                  </a:moveTo>
                  <a:cubicBezTo>
                    <a:pt x="296" y="1189"/>
                    <a:pt x="273" y="1174"/>
                    <a:pt x="262" y="1153"/>
                  </a:cubicBezTo>
                  <a:cubicBezTo>
                    <a:pt x="468" y="1177"/>
                    <a:pt x="468" y="1177"/>
                    <a:pt x="468" y="1177"/>
                  </a:cubicBezTo>
                  <a:cubicBezTo>
                    <a:pt x="457" y="1184"/>
                    <a:pt x="444" y="1189"/>
                    <a:pt x="430" y="1189"/>
                  </a:cubicBezTo>
                  <a:lnTo>
                    <a:pt x="321" y="1189"/>
                  </a:lnTo>
                  <a:close/>
                  <a:moveTo>
                    <a:pt x="321" y="1189"/>
                  </a:moveTo>
                  <a:cubicBezTo>
                    <a:pt x="321" y="1189"/>
                    <a:pt x="321" y="1189"/>
                    <a:pt x="321" y="1189"/>
                  </a:cubicBezTo>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GB" sz="1350" kern="1200" dirty="0">
                <a:solidFill>
                  <a:srgbClr val="007A7D">
                    <a:lumMod val="60000"/>
                    <a:lumOff val="40000"/>
                  </a:srgbClr>
                </a:solidFill>
                <a:latin typeface="Calibri" panose="020F0502020204030204"/>
                <a:ea typeface="+mn-ea"/>
                <a:cs typeface="+mn-cs"/>
              </a:endParaRPr>
            </a:p>
          </p:txBody>
        </p:sp>
        <p:sp>
          <p:nvSpPr>
            <p:cNvPr id="28" name="Freeform 6">
              <a:extLst>
                <a:ext uri="{FF2B5EF4-FFF2-40B4-BE49-F238E27FC236}">
                  <a16:creationId xmlns:a16="http://schemas.microsoft.com/office/drawing/2014/main" id="{EEF8E824-41B5-4DDD-AFD0-E5C4681AD2D6}"/>
                </a:ext>
              </a:extLst>
            </p:cNvPr>
            <p:cNvSpPr>
              <a:spLocks noEditPoints="1"/>
            </p:cNvSpPr>
            <p:nvPr/>
          </p:nvSpPr>
          <p:spPr bwMode="auto">
            <a:xfrm>
              <a:off x="8193151" y="2944496"/>
              <a:ext cx="44264" cy="75201"/>
            </a:xfrm>
            <a:custGeom>
              <a:avLst/>
              <a:gdLst>
                <a:gd name="T0" fmla="*/ 51 w 53"/>
                <a:gd name="T1" fmla="*/ 62 h 90"/>
                <a:gd name="T2" fmla="*/ 48 w 53"/>
                <a:gd name="T3" fmla="*/ 24 h 90"/>
                <a:gd name="T4" fmla="*/ 25 w 53"/>
                <a:gd name="T5" fmla="*/ 0 h 90"/>
                <a:gd name="T6" fmla="*/ 0 w 53"/>
                <a:gd name="T7" fmla="*/ 23 h 90"/>
                <a:gd name="T8" fmla="*/ 4 w 53"/>
                <a:gd name="T9" fmla="*/ 69 h 90"/>
                <a:gd name="T10" fmla="*/ 27 w 53"/>
                <a:gd name="T11" fmla="*/ 90 h 90"/>
                <a:gd name="T12" fmla="*/ 31 w 53"/>
                <a:gd name="T13" fmla="*/ 90 h 90"/>
                <a:gd name="T14" fmla="*/ 51 w 53"/>
                <a:gd name="T15" fmla="*/ 62 h 90"/>
                <a:gd name="T16" fmla="*/ 51 w 53"/>
                <a:gd name="T17" fmla="*/ 62 h 90"/>
                <a:gd name="T18" fmla="*/ 51 w 53"/>
                <a:gd name="T19" fmla="*/ 6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 h="90">
                  <a:moveTo>
                    <a:pt x="51" y="62"/>
                  </a:moveTo>
                  <a:cubicBezTo>
                    <a:pt x="49" y="50"/>
                    <a:pt x="48" y="37"/>
                    <a:pt x="48" y="24"/>
                  </a:cubicBezTo>
                  <a:cubicBezTo>
                    <a:pt x="49" y="11"/>
                    <a:pt x="38" y="0"/>
                    <a:pt x="25" y="0"/>
                  </a:cubicBezTo>
                  <a:cubicBezTo>
                    <a:pt x="11" y="0"/>
                    <a:pt x="1" y="10"/>
                    <a:pt x="0" y="23"/>
                  </a:cubicBezTo>
                  <a:cubicBezTo>
                    <a:pt x="0" y="39"/>
                    <a:pt x="1" y="54"/>
                    <a:pt x="4" y="69"/>
                  </a:cubicBezTo>
                  <a:cubicBezTo>
                    <a:pt x="5" y="81"/>
                    <a:pt x="16" y="90"/>
                    <a:pt x="27" y="90"/>
                  </a:cubicBezTo>
                  <a:cubicBezTo>
                    <a:pt x="28" y="90"/>
                    <a:pt x="30" y="90"/>
                    <a:pt x="31" y="90"/>
                  </a:cubicBezTo>
                  <a:cubicBezTo>
                    <a:pt x="44" y="88"/>
                    <a:pt x="53" y="75"/>
                    <a:pt x="51" y="62"/>
                  </a:cubicBezTo>
                  <a:close/>
                  <a:moveTo>
                    <a:pt x="51" y="62"/>
                  </a:moveTo>
                  <a:cubicBezTo>
                    <a:pt x="51" y="62"/>
                    <a:pt x="51" y="62"/>
                    <a:pt x="51" y="62"/>
                  </a:cubicBezTo>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GB" sz="1350" kern="1200">
                <a:solidFill>
                  <a:srgbClr val="282F39"/>
                </a:solidFill>
                <a:latin typeface="Calibri" panose="020F0502020204030204"/>
                <a:ea typeface="+mn-ea"/>
                <a:cs typeface="+mn-cs"/>
              </a:endParaRPr>
            </a:p>
          </p:txBody>
        </p:sp>
        <p:sp>
          <p:nvSpPr>
            <p:cNvPr id="29" name="Freeform 7">
              <a:extLst>
                <a:ext uri="{FF2B5EF4-FFF2-40B4-BE49-F238E27FC236}">
                  <a16:creationId xmlns:a16="http://schemas.microsoft.com/office/drawing/2014/main" id="{26BE0581-758C-4A22-AFCF-B42132BE5BFA}"/>
                </a:ext>
              </a:extLst>
            </p:cNvPr>
            <p:cNvSpPr>
              <a:spLocks noEditPoints="1"/>
            </p:cNvSpPr>
            <p:nvPr/>
          </p:nvSpPr>
          <p:spPr bwMode="auto">
            <a:xfrm>
              <a:off x="8215045" y="3044923"/>
              <a:ext cx="160397" cy="257493"/>
            </a:xfrm>
            <a:custGeom>
              <a:avLst/>
              <a:gdLst>
                <a:gd name="T0" fmla="*/ 166 w 193"/>
                <a:gd name="T1" fmla="*/ 307 h 307"/>
                <a:gd name="T2" fmla="*/ 174 w 193"/>
                <a:gd name="T3" fmla="*/ 306 h 307"/>
                <a:gd name="T4" fmla="*/ 189 w 193"/>
                <a:gd name="T5" fmla="*/ 275 h 307"/>
                <a:gd name="T6" fmla="*/ 71 w 193"/>
                <a:gd name="T7" fmla="*/ 51 h 307"/>
                <a:gd name="T8" fmla="*/ 49 w 193"/>
                <a:gd name="T9" fmla="*/ 16 h 307"/>
                <a:gd name="T10" fmla="*/ 16 w 193"/>
                <a:gd name="T11" fmla="*/ 6 h 307"/>
                <a:gd name="T12" fmla="*/ 6 w 193"/>
                <a:gd name="T13" fmla="*/ 38 h 307"/>
                <a:gd name="T14" fmla="*/ 33 w 193"/>
                <a:gd name="T15" fmla="*/ 80 h 307"/>
                <a:gd name="T16" fmla="*/ 143 w 193"/>
                <a:gd name="T17" fmla="*/ 290 h 307"/>
                <a:gd name="T18" fmla="*/ 166 w 193"/>
                <a:gd name="T19" fmla="*/ 307 h 307"/>
                <a:gd name="T20" fmla="*/ 166 w 193"/>
                <a:gd name="T21" fmla="*/ 307 h 307"/>
                <a:gd name="T22" fmla="*/ 166 w 193"/>
                <a:gd name="T23" fmla="*/ 307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3" h="307">
                  <a:moveTo>
                    <a:pt x="166" y="307"/>
                  </a:moveTo>
                  <a:cubicBezTo>
                    <a:pt x="169" y="307"/>
                    <a:pt x="171" y="306"/>
                    <a:pt x="174" y="306"/>
                  </a:cubicBezTo>
                  <a:cubicBezTo>
                    <a:pt x="186" y="301"/>
                    <a:pt x="193" y="288"/>
                    <a:pt x="189" y="275"/>
                  </a:cubicBezTo>
                  <a:cubicBezTo>
                    <a:pt x="162" y="194"/>
                    <a:pt x="123" y="119"/>
                    <a:pt x="71" y="51"/>
                  </a:cubicBezTo>
                  <a:cubicBezTo>
                    <a:pt x="63" y="40"/>
                    <a:pt x="55" y="28"/>
                    <a:pt x="49" y="16"/>
                  </a:cubicBezTo>
                  <a:cubicBezTo>
                    <a:pt x="43" y="4"/>
                    <a:pt x="28" y="0"/>
                    <a:pt x="16" y="6"/>
                  </a:cubicBezTo>
                  <a:cubicBezTo>
                    <a:pt x="5" y="12"/>
                    <a:pt x="0" y="26"/>
                    <a:pt x="6" y="38"/>
                  </a:cubicBezTo>
                  <a:cubicBezTo>
                    <a:pt x="14" y="53"/>
                    <a:pt x="23" y="67"/>
                    <a:pt x="33" y="80"/>
                  </a:cubicBezTo>
                  <a:cubicBezTo>
                    <a:pt x="81" y="144"/>
                    <a:pt x="119" y="215"/>
                    <a:pt x="143" y="290"/>
                  </a:cubicBezTo>
                  <a:cubicBezTo>
                    <a:pt x="147" y="300"/>
                    <a:pt x="156" y="307"/>
                    <a:pt x="166" y="307"/>
                  </a:cubicBezTo>
                  <a:close/>
                  <a:moveTo>
                    <a:pt x="166" y="307"/>
                  </a:moveTo>
                  <a:cubicBezTo>
                    <a:pt x="166" y="307"/>
                    <a:pt x="166" y="307"/>
                    <a:pt x="166" y="307"/>
                  </a:cubicBezTo>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GB" sz="1350" kern="1200">
                <a:solidFill>
                  <a:srgbClr val="282F39"/>
                </a:solidFill>
                <a:latin typeface="Calibri" panose="020F0502020204030204"/>
                <a:ea typeface="+mn-ea"/>
                <a:cs typeface="+mn-cs"/>
              </a:endParaRPr>
            </a:p>
          </p:txBody>
        </p:sp>
        <p:sp>
          <p:nvSpPr>
            <p:cNvPr id="30" name="Freeform 8">
              <a:extLst>
                <a:ext uri="{FF2B5EF4-FFF2-40B4-BE49-F238E27FC236}">
                  <a16:creationId xmlns:a16="http://schemas.microsoft.com/office/drawing/2014/main" id="{482A4B52-0F5E-4C40-9453-B65EF8FFFBB6}"/>
                </a:ext>
              </a:extLst>
            </p:cNvPr>
            <p:cNvSpPr>
              <a:spLocks noEditPoints="1"/>
            </p:cNvSpPr>
            <p:nvPr/>
          </p:nvSpPr>
          <p:spPr bwMode="auto">
            <a:xfrm>
              <a:off x="8585816" y="3030644"/>
              <a:ext cx="71870" cy="89004"/>
            </a:xfrm>
            <a:custGeom>
              <a:avLst/>
              <a:gdLst>
                <a:gd name="T0" fmla="*/ 69 w 86"/>
                <a:gd name="T1" fmla="*/ 5 h 106"/>
                <a:gd name="T2" fmla="*/ 37 w 86"/>
                <a:gd name="T3" fmla="*/ 18 h 106"/>
                <a:gd name="T4" fmla="*/ 8 w 86"/>
                <a:gd name="T5" fmla="*/ 68 h 106"/>
                <a:gd name="T6" fmla="*/ 12 w 86"/>
                <a:gd name="T7" fmla="*/ 102 h 106"/>
                <a:gd name="T8" fmla="*/ 27 w 86"/>
                <a:gd name="T9" fmla="*/ 106 h 106"/>
                <a:gd name="T10" fmla="*/ 46 w 86"/>
                <a:gd name="T11" fmla="*/ 97 h 106"/>
                <a:gd name="T12" fmla="*/ 81 w 86"/>
                <a:gd name="T13" fmla="*/ 37 h 106"/>
                <a:gd name="T14" fmla="*/ 69 w 86"/>
                <a:gd name="T15" fmla="*/ 5 h 106"/>
                <a:gd name="T16" fmla="*/ 69 w 86"/>
                <a:gd name="T17" fmla="*/ 5 h 106"/>
                <a:gd name="T18" fmla="*/ 69 w 86"/>
                <a:gd name="T19" fmla="*/ 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 h="106">
                  <a:moveTo>
                    <a:pt x="69" y="5"/>
                  </a:moveTo>
                  <a:cubicBezTo>
                    <a:pt x="56" y="0"/>
                    <a:pt x="42" y="6"/>
                    <a:pt x="37" y="18"/>
                  </a:cubicBezTo>
                  <a:cubicBezTo>
                    <a:pt x="29" y="36"/>
                    <a:pt x="20" y="52"/>
                    <a:pt x="8" y="68"/>
                  </a:cubicBezTo>
                  <a:cubicBezTo>
                    <a:pt x="0" y="79"/>
                    <a:pt x="2" y="94"/>
                    <a:pt x="12" y="102"/>
                  </a:cubicBezTo>
                  <a:cubicBezTo>
                    <a:pt x="17" y="105"/>
                    <a:pt x="22" y="106"/>
                    <a:pt x="27" y="106"/>
                  </a:cubicBezTo>
                  <a:cubicBezTo>
                    <a:pt x="34" y="106"/>
                    <a:pt x="41" y="103"/>
                    <a:pt x="46" y="97"/>
                  </a:cubicBezTo>
                  <a:cubicBezTo>
                    <a:pt x="60" y="78"/>
                    <a:pt x="72" y="58"/>
                    <a:pt x="81" y="37"/>
                  </a:cubicBezTo>
                  <a:cubicBezTo>
                    <a:pt x="86" y="25"/>
                    <a:pt x="81" y="11"/>
                    <a:pt x="69" y="5"/>
                  </a:cubicBezTo>
                  <a:close/>
                  <a:moveTo>
                    <a:pt x="69" y="5"/>
                  </a:moveTo>
                  <a:cubicBezTo>
                    <a:pt x="69" y="5"/>
                    <a:pt x="69" y="5"/>
                    <a:pt x="69" y="5"/>
                  </a:cubicBezTo>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GB" sz="1350" kern="1200">
                <a:solidFill>
                  <a:srgbClr val="282F39"/>
                </a:solidFill>
                <a:latin typeface="Calibri" panose="020F0502020204030204"/>
                <a:ea typeface="+mn-ea"/>
                <a:cs typeface="+mn-cs"/>
              </a:endParaRPr>
            </a:p>
          </p:txBody>
        </p:sp>
        <p:sp>
          <p:nvSpPr>
            <p:cNvPr id="31" name="Freeform 9">
              <a:extLst>
                <a:ext uri="{FF2B5EF4-FFF2-40B4-BE49-F238E27FC236}">
                  <a16:creationId xmlns:a16="http://schemas.microsoft.com/office/drawing/2014/main" id="{A0F355B6-B415-429A-B93F-9E90D52BA929}"/>
                </a:ext>
              </a:extLst>
            </p:cNvPr>
            <p:cNvSpPr>
              <a:spLocks noEditPoints="1"/>
            </p:cNvSpPr>
            <p:nvPr/>
          </p:nvSpPr>
          <p:spPr bwMode="auto">
            <a:xfrm>
              <a:off x="8413044" y="2724603"/>
              <a:ext cx="259397" cy="282719"/>
            </a:xfrm>
            <a:custGeom>
              <a:avLst/>
              <a:gdLst>
                <a:gd name="T0" fmla="*/ 24 w 312"/>
                <a:gd name="T1" fmla="*/ 48 h 337"/>
                <a:gd name="T2" fmla="*/ 264 w 312"/>
                <a:gd name="T3" fmla="*/ 288 h 337"/>
                <a:gd name="T4" fmla="*/ 263 w 312"/>
                <a:gd name="T5" fmla="*/ 311 h 337"/>
                <a:gd name="T6" fmla="*/ 285 w 312"/>
                <a:gd name="T7" fmla="*/ 337 h 337"/>
                <a:gd name="T8" fmla="*/ 287 w 312"/>
                <a:gd name="T9" fmla="*/ 337 h 337"/>
                <a:gd name="T10" fmla="*/ 311 w 312"/>
                <a:gd name="T11" fmla="*/ 315 h 337"/>
                <a:gd name="T12" fmla="*/ 312 w 312"/>
                <a:gd name="T13" fmla="*/ 288 h 337"/>
                <a:gd name="T14" fmla="*/ 24 w 312"/>
                <a:gd name="T15" fmla="*/ 0 h 337"/>
                <a:gd name="T16" fmla="*/ 0 w 312"/>
                <a:gd name="T17" fmla="*/ 24 h 337"/>
                <a:gd name="T18" fmla="*/ 24 w 312"/>
                <a:gd name="T19" fmla="*/ 48 h 337"/>
                <a:gd name="T20" fmla="*/ 24 w 312"/>
                <a:gd name="T21" fmla="*/ 48 h 337"/>
                <a:gd name="T22" fmla="*/ 24 w 312"/>
                <a:gd name="T23" fmla="*/ 48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2" h="337">
                  <a:moveTo>
                    <a:pt x="24" y="48"/>
                  </a:moveTo>
                  <a:cubicBezTo>
                    <a:pt x="157" y="48"/>
                    <a:pt x="264" y="156"/>
                    <a:pt x="264" y="288"/>
                  </a:cubicBezTo>
                  <a:cubicBezTo>
                    <a:pt x="264" y="296"/>
                    <a:pt x="264" y="303"/>
                    <a:pt x="263" y="311"/>
                  </a:cubicBezTo>
                  <a:cubicBezTo>
                    <a:pt x="262" y="324"/>
                    <a:pt x="272" y="336"/>
                    <a:pt x="285" y="337"/>
                  </a:cubicBezTo>
                  <a:cubicBezTo>
                    <a:pt x="286" y="337"/>
                    <a:pt x="287" y="337"/>
                    <a:pt x="287" y="337"/>
                  </a:cubicBezTo>
                  <a:cubicBezTo>
                    <a:pt x="300" y="337"/>
                    <a:pt x="310" y="328"/>
                    <a:pt x="311" y="315"/>
                  </a:cubicBezTo>
                  <a:cubicBezTo>
                    <a:pt x="312" y="306"/>
                    <a:pt x="312" y="297"/>
                    <a:pt x="312" y="288"/>
                  </a:cubicBezTo>
                  <a:cubicBezTo>
                    <a:pt x="312" y="129"/>
                    <a:pt x="183" y="0"/>
                    <a:pt x="24" y="0"/>
                  </a:cubicBezTo>
                  <a:cubicBezTo>
                    <a:pt x="11" y="0"/>
                    <a:pt x="0" y="11"/>
                    <a:pt x="0" y="24"/>
                  </a:cubicBezTo>
                  <a:cubicBezTo>
                    <a:pt x="0" y="37"/>
                    <a:pt x="11" y="48"/>
                    <a:pt x="24" y="48"/>
                  </a:cubicBezTo>
                  <a:close/>
                  <a:moveTo>
                    <a:pt x="24" y="48"/>
                  </a:moveTo>
                  <a:cubicBezTo>
                    <a:pt x="24" y="48"/>
                    <a:pt x="24" y="48"/>
                    <a:pt x="24" y="48"/>
                  </a:cubicBezTo>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GB" sz="1350" kern="1200">
                <a:solidFill>
                  <a:srgbClr val="282F39"/>
                </a:solidFill>
                <a:latin typeface="Calibri" panose="020F0502020204030204"/>
                <a:ea typeface="+mn-ea"/>
                <a:cs typeface="+mn-cs"/>
              </a:endParaRPr>
            </a:p>
          </p:txBody>
        </p:sp>
        <p:sp>
          <p:nvSpPr>
            <p:cNvPr id="32" name="Freeform 10">
              <a:extLst>
                <a:ext uri="{FF2B5EF4-FFF2-40B4-BE49-F238E27FC236}">
                  <a16:creationId xmlns:a16="http://schemas.microsoft.com/office/drawing/2014/main" id="{6B0D9C57-B98F-4F1E-92FA-AB97FDA81EC9}"/>
                </a:ext>
              </a:extLst>
            </p:cNvPr>
            <p:cNvSpPr>
              <a:spLocks noEditPoints="1"/>
            </p:cNvSpPr>
            <p:nvPr/>
          </p:nvSpPr>
          <p:spPr bwMode="auto">
            <a:xfrm>
              <a:off x="8413044" y="2464731"/>
              <a:ext cx="39980" cy="152306"/>
            </a:xfrm>
            <a:custGeom>
              <a:avLst/>
              <a:gdLst>
                <a:gd name="T0" fmla="*/ 24 w 48"/>
                <a:gd name="T1" fmla="*/ 182 h 182"/>
                <a:gd name="T2" fmla="*/ 48 w 48"/>
                <a:gd name="T3" fmla="*/ 158 h 182"/>
                <a:gd name="T4" fmla="*/ 48 w 48"/>
                <a:gd name="T5" fmla="*/ 24 h 182"/>
                <a:gd name="T6" fmla="*/ 24 w 48"/>
                <a:gd name="T7" fmla="*/ 0 h 182"/>
                <a:gd name="T8" fmla="*/ 0 w 48"/>
                <a:gd name="T9" fmla="*/ 24 h 182"/>
                <a:gd name="T10" fmla="*/ 0 w 48"/>
                <a:gd name="T11" fmla="*/ 158 h 182"/>
                <a:gd name="T12" fmla="*/ 24 w 48"/>
                <a:gd name="T13" fmla="*/ 182 h 182"/>
                <a:gd name="T14" fmla="*/ 24 w 48"/>
                <a:gd name="T15" fmla="*/ 182 h 182"/>
                <a:gd name="T16" fmla="*/ 24 w 48"/>
                <a:gd name="T17" fmla="*/ 182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82">
                  <a:moveTo>
                    <a:pt x="24" y="182"/>
                  </a:moveTo>
                  <a:cubicBezTo>
                    <a:pt x="38" y="182"/>
                    <a:pt x="48" y="172"/>
                    <a:pt x="48" y="158"/>
                  </a:cubicBezTo>
                  <a:cubicBezTo>
                    <a:pt x="48" y="24"/>
                    <a:pt x="48" y="24"/>
                    <a:pt x="48" y="24"/>
                  </a:cubicBezTo>
                  <a:cubicBezTo>
                    <a:pt x="48" y="11"/>
                    <a:pt x="38" y="0"/>
                    <a:pt x="24" y="0"/>
                  </a:cubicBezTo>
                  <a:cubicBezTo>
                    <a:pt x="11" y="0"/>
                    <a:pt x="0" y="11"/>
                    <a:pt x="0" y="24"/>
                  </a:cubicBezTo>
                  <a:cubicBezTo>
                    <a:pt x="0" y="158"/>
                    <a:pt x="0" y="158"/>
                    <a:pt x="0" y="158"/>
                  </a:cubicBezTo>
                  <a:cubicBezTo>
                    <a:pt x="0" y="172"/>
                    <a:pt x="11" y="182"/>
                    <a:pt x="24" y="182"/>
                  </a:cubicBezTo>
                  <a:close/>
                  <a:moveTo>
                    <a:pt x="24" y="182"/>
                  </a:moveTo>
                  <a:cubicBezTo>
                    <a:pt x="24" y="182"/>
                    <a:pt x="24" y="182"/>
                    <a:pt x="24" y="182"/>
                  </a:cubicBezTo>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GB" sz="1350" kern="1200">
                <a:solidFill>
                  <a:srgbClr val="282F39"/>
                </a:solidFill>
                <a:latin typeface="Calibri" panose="020F0502020204030204"/>
                <a:ea typeface="+mn-ea"/>
                <a:cs typeface="+mn-cs"/>
              </a:endParaRPr>
            </a:p>
          </p:txBody>
        </p:sp>
        <p:sp>
          <p:nvSpPr>
            <p:cNvPr id="33" name="Freeform 11">
              <a:extLst>
                <a:ext uri="{FF2B5EF4-FFF2-40B4-BE49-F238E27FC236}">
                  <a16:creationId xmlns:a16="http://schemas.microsoft.com/office/drawing/2014/main" id="{5243F7B1-F8DF-4ECF-B6DF-8702FDCB3F41}"/>
                </a:ext>
              </a:extLst>
            </p:cNvPr>
            <p:cNvSpPr>
              <a:spLocks noEditPoints="1"/>
            </p:cNvSpPr>
            <p:nvPr/>
          </p:nvSpPr>
          <p:spPr bwMode="auto">
            <a:xfrm>
              <a:off x="8169830" y="2526606"/>
              <a:ext cx="101379" cy="140883"/>
            </a:xfrm>
            <a:custGeom>
              <a:avLst/>
              <a:gdLst>
                <a:gd name="T0" fmla="*/ 74 w 122"/>
                <a:gd name="T1" fmla="*/ 156 h 168"/>
                <a:gd name="T2" fmla="*/ 94 w 122"/>
                <a:gd name="T3" fmla="*/ 168 h 168"/>
                <a:gd name="T4" fmla="*/ 106 w 122"/>
                <a:gd name="T5" fmla="*/ 165 h 168"/>
                <a:gd name="T6" fmla="*/ 115 w 122"/>
                <a:gd name="T7" fmla="*/ 132 h 168"/>
                <a:gd name="T8" fmla="*/ 48 w 122"/>
                <a:gd name="T9" fmla="*/ 15 h 168"/>
                <a:gd name="T10" fmla="*/ 15 w 122"/>
                <a:gd name="T11" fmla="*/ 7 h 168"/>
                <a:gd name="T12" fmla="*/ 6 w 122"/>
                <a:gd name="T13" fmla="*/ 39 h 168"/>
                <a:gd name="T14" fmla="*/ 74 w 122"/>
                <a:gd name="T15" fmla="*/ 156 h 168"/>
                <a:gd name="T16" fmla="*/ 74 w 122"/>
                <a:gd name="T17" fmla="*/ 156 h 168"/>
                <a:gd name="T18" fmla="*/ 74 w 122"/>
                <a:gd name="T19"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2" h="168">
                  <a:moveTo>
                    <a:pt x="74" y="156"/>
                  </a:moveTo>
                  <a:cubicBezTo>
                    <a:pt x="78" y="164"/>
                    <a:pt x="86" y="168"/>
                    <a:pt x="94" y="168"/>
                  </a:cubicBezTo>
                  <a:cubicBezTo>
                    <a:pt x="98" y="168"/>
                    <a:pt x="103" y="167"/>
                    <a:pt x="106" y="165"/>
                  </a:cubicBezTo>
                  <a:cubicBezTo>
                    <a:pt x="118" y="158"/>
                    <a:pt x="122" y="143"/>
                    <a:pt x="115" y="132"/>
                  </a:cubicBezTo>
                  <a:cubicBezTo>
                    <a:pt x="48" y="15"/>
                    <a:pt x="48" y="15"/>
                    <a:pt x="48" y="15"/>
                  </a:cubicBezTo>
                  <a:cubicBezTo>
                    <a:pt x="41" y="4"/>
                    <a:pt x="27" y="0"/>
                    <a:pt x="15" y="7"/>
                  </a:cubicBezTo>
                  <a:cubicBezTo>
                    <a:pt x="4" y="13"/>
                    <a:pt x="0" y="28"/>
                    <a:pt x="6" y="39"/>
                  </a:cubicBezTo>
                  <a:lnTo>
                    <a:pt x="74" y="156"/>
                  </a:lnTo>
                  <a:close/>
                  <a:moveTo>
                    <a:pt x="74" y="156"/>
                  </a:moveTo>
                  <a:cubicBezTo>
                    <a:pt x="74" y="156"/>
                    <a:pt x="74" y="156"/>
                    <a:pt x="74" y="156"/>
                  </a:cubicBezTo>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GB" sz="1350" kern="1200">
                <a:solidFill>
                  <a:srgbClr val="282F39"/>
                </a:solidFill>
                <a:latin typeface="Calibri" panose="020F0502020204030204"/>
                <a:ea typeface="+mn-ea"/>
                <a:cs typeface="+mn-cs"/>
              </a:endParaRPr>
            </a:p>
          </p:txBody>
        </p:sp>
        <p:sp>
          <p:nvSpPr>
            <p:cNvPr id="34" name="Freeform 12">
              <a:extLst>
                <a:ext uri="{FF2B5EF4-FFF2-40B4-BE49-F238E27FC236}">
                  <a16:creationId xmlns:a16="http://schemas.microsoft.com/office/drawing/2014/main" id="{55A9E63C-7C93-44B7-8101-52640F85436B}"/>
                </a:ext>
              </a:extLst>
            </p:cNvPr>
            <p:cNvSpPr>
              <a:spLocks noEditPoints="1"/>
            </p:cNvSpPr>
            <p:nvPr/>
          </p:nvSpPr>
          <p:spPr bwMode="auto">
            <a:xfrm>
              <a:off x="8730507" y="3132975"/>
              <a:ext cx="142311" cy="99951"/>
            </a:xfrm>
            <a:custGeom>
              <a:avLst/>
              <a:gdLst>
                <a:gd name="T0" fmla="*/ 155 w 171"/>
                <a:gd name="T1" fmla="*/ 74 h 119"/>
                <a:gd name="T2" fmla="*/ 39 w 171"/>
                <a:gd name="T3" fmla="*/ 7 h 119"/>
                <a:gd name="T4" fmla="*/ 6 w 171"/>
                <a:gd name="T5" fmla="*/ 15 h 119"/>
                <a:gd name="T6" fmla="*/ 15 w 171"/>
                <a:gd name="T7" fmla="*/ 48 h 119"/>
                <a:gd name="T8" fmla="*/ 131 w 171"/>
                <a:gd name="T9" fmla="*/ 115 h 119"/>
                <a:gd name="T10" fmla="*/ 143 w 171"/>
                <a:gd name="T11" fmla="*/ 119 h 119"/>
                <a:gd name="T12" fmla="*/ 164 w 171"/>
                <a:gd name="T13" fmla="*/ 107 h 119"/>
                <a:gd name="T14" fmla="*/ 155 w 171"/>
                <a:gd name="T15" fmla="*/ 74 h 119"/>
                <a:gd name="T16" fmla="*/ 155 w 171"/>
                <a:gd name="T17" fmla="*/ 74 h 119"/>
                <a:gd name="T18" fmla="*/ 155 w 171"/>
                <a:gd name="T19" fmla="*/ 74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1" h="119">
                  <a:moveTo>
                    <a:pt x="155" y="74"/>
                  </a:moveTo>
                  <a:cubicBezTo>
                    <a:pt x="39" y="7"/>
                    <a:pt x="39" y="7"/>
                    <a:pt x="39" y="7"/>
                  </a:cubicBezTo>
                  <a:cubicBezTo>
                    <a:pt x="27" y="0"/>
                    <a:pt x="13" y="4"/>
                    <a:pt x="6" y="15"/>
                  </a:cubicBezTo>
                  <a:cubicBezTo>
                    <a:pt x="0" y="27"/>
                    <a:pt x="3" y="42"/>
                    <a:pt x="15" y="48"/>
                  </a:cubicBezTo>
                  <a:cubicBezTo>
                    <a:pt x="131" y="115"/>
                    <a:pt x="131" y="115"/>
                    <a:pt x="131" y="115"/>
                  </a:cubicBezTo>
                  <a:cubicBezTo>
                    <a:pt x="135" y="118"/>
                    <a:pt x="139" y="119"/>
                    <a:pt x="143" y="119"/>
                  </a:cubicBezTo>
                  <a:cubicBezTo>
                    <a:pt x="152" y="119"/>
                    <a:pt x="160" y="114"/>
                    <a:pt x="164" y="107"/>
                  </a:cubicBezTo>
                  <a:cubicBezTo>
                    <a:pt x="171" y="95"/>
                    <a:pt x="167" y="80"/>
                    <a:pt x="155" y="74"/>
                  </a:cubicBezTo>
                  <a:close/>
                  <a:moveTo>
                    <a:pt x="155" y="74"/>
                  </a:moveTo>
                  <a:cubicBezTo>
                    <a:pt x="155" y="74"/>
                    <a:pt x="155" y="74"/>
                    <a:pt x="155" y="74"/>
                  </a:cubicBezTo>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GB" sz="1350" kern="1200">
                <a:solidFill>
                  <a:srgbClr val="282F39"/>
                </a:solidFill>
                <a:latin typeface="Calibri" panose="020F0502020204030204"/>
                <a:ea typeface="+mn-ea"/>
                <a:cs typeface="+mn-cs"/>
              </a:endParaRPr>
            </a:p>
          </p:txBody>
        </p:sp>
        <p:sp>
          <p:nvSpPr>
            <p:cNvPr id="35" name="Freeform 13">
              <a:extLst>
                <a:ext uri="{FF2B5EF4-FFF2-40B4-BE49-F238E27FC236}">
                  <a16:creationId xmlns:a16="http://schemas.microsoft.com/office/drawing/2014/main" id="{A9B68C3C-0E0B-4B8C-BE65-2E547356756F}"/>
                </a:ext>
              </a:extLst>
            </p:cNvPr>
            <p:cNvSpPr>
              <a:spLocks noEditPoints="1"/>
            </p:cNvSpPr>
            <p:nvPr/>
          </p:nvSpPr>
          <p:spPr bwMode="auto">
            <a:xfrm>
              <a:off x="7993726" y="2704613"/>
              <a:ext cx="142311" cy="98999"/>
            </a:xfrm>
            <a:custGeom>
              <a:avLst/>
              <a:gdLst>
                <a:gd name="T0" fmla="*/ 15 w 171"/>
                <a:gd name="T1" fmla="*/ 48 h 118"/>
                <a:gd name="T2" fmla="*/ 132 w 171"/>
                <a:gd name="T3" fmla="*/ 115 h 118"/>
                <a:gd name="T4" fmla="*/ 144 w 171"/>
                <a:gd name="T5" fmla="*/ 118 h 118"/>
                <a:gd name="T6" fmla="*/ 165 w 171"/>
                <a:gd name="T7" fmla="*/ 106 h 118"/>
                <a:gd name="T8" fmla="*/ 156 w 171"/>
                <a:gd name="T9" fmla="*/ 74 h 118"/>
                <a:gd name="T10" fmla="*/ 39 w 171"/>
                <a:gd name="T11" fmla="*/ 6 h 118"/>
                <a:gd name="T12" fmla="*/ 7 w 171"/>
                <a:gd name="T13" fmla="*/ 15 h 118"/>
                <a:gd name="T14" fmla="*/ 15 w 171"/>
                <a:gd name="T15" fmla="*/ 48 h 118"/>
                <a:gd name="T16" fmla="*/ 15 w 171"/>
                <a:gd name="T17" fmla="*/ 48 h 118"/>
                <a:gd name="T18" fmla="*/ 15 w 171"/>
                <a:gd name="T19" fmla="*/ 4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1" h="118">
                  <a:moveTo>
                    <a:pt x="15" y="48"/>
                  </a:moveTo>
                  <a:cubicBezTo>
                    <a:pt x="132" y="115"/>
                    <a:pt x="132" y="115"/>
                    <a:pt x="132" y="115"/>
                  </a:cubicBezTo>
                  <a:cubicBezTo>
                    <a:pt x="136" y="117"/>
                    <a:pt x="140" y="118"/>
                    <a:pt x="144" y="118"/>
                  </a:cubicBezTo>
                  <a:cubicBezTo>
                    <a:pt x="152" y="118"/>
                    <a:pt x="160" y="114"/>
                    <a:pt x="165" y="106"/>
                  </a:cubicBezTo>
                  <a:cubicBezTo>
                    <a:pt x="171" y="95"/>
                    <a:pt x="167" y="80"/>
                    <a:pt x="156" y="74"/>
                  </a:cubicBezTo>
                  <a:cubicBezTo>
                    <a:pt x="39" y="6"/>
                    <a:pt x="39" y="6"/>
                    <a:pt x="39" y="6"/>
                  </a:cubicBezTo>
                  <a:cubicBezTo>
                    <a:pt x="28" y="0"/>
                    <a:pt x="13" y="4"/>
                    <a:pt x="7" y="15"/>
                  </a:cubicBezTo>
                  <a:cubicBezTo>
                    <a:pt x="0" y="27"/>
                    <a:pt x="4" y="41"/>
                    <a:pt x="15" y="48"/>
                  </a:cubicBezTo>
                  <a:close/>
                  <a:moveTo>
                    <a:pt x="15" y="48"/>
                  </a:moveTo>
                  <a:cubicBezTo>
                    <a:pt x="15" y="48"/>
                    <a:pt x="15" y="48"/>
                    <a:pt x="15" y="48"/>
                  </a:cubicBezTo>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GB" sz="1350" kern="1200">
                <a:solidFill>
                  <a:srgbClr val="282F39"/>
                </a:solidFill>
                <a:latin typeface="Calibri" panose="020F0502020204030204"/>
                <a:ea typeface="+mn-ea"/>
                <a:cs typeface="+mn-cs"/>
              </a:endParaRPr>
            </a:p>
          </p:txBody>
        </p:sp>
        <p:sp>
          <p:nvSpPr>
            <p:cNvPr id="38" name="Freeform 14">
              <a:extLst>
                <a:ext uri="{FF2B5EF4-FFF2-40B4-BE49-F238E27FC236}">
                  <a16:creationId xmlns:a16="http://schemas.microsoft.com/office/drawing/2014/main" id="{3B7ECCCA-44AE-4EA9-9E38-B0F78C1CBBF7}"/>
                </a:ext>
              </a:extLst>
            </p:cNvPr>
            <p:cNvSpPr>
              <a:spLocks noEditPoints="1"/>
            </p:cNvSpPr>
            <p:nvPr/>
          </p:nvSpPr>
          <p:spPr bwMode="auto">
            <a:xfrm>
              <a:off x="8782387" y="2949255"/>
              <a:ext cx="152306" cy="40457"/>
            </a:xfrm>
            <a:custGeom>
              <a:avLst/>
              <a:gdLst>
                <a:gd name="T0" fmla="*/ 159 w 183"/>
                <a:gd name="T1" fmla="*/ 0 h 48"/>
                <a:gd name="T2" fmla="*/ 24 w 183"/>
                <a:gd name="T3" fmla="*/ 0 h 48"/>
                <a:gd name="T4" fmla="*/ 0 w 183"/>
                <a:gd name="T5" fmla="*/ 24 h 48"/>
                <a:gd name="T6" fmla="*/ 24 w 183"/>
                <a:gd name="T7" fmla="*/ 48 h 48"/>
                <a:gd name="T8" fmla="*/ 159 w 183"/>
                <a:gd name="T9" fmla="*/ 48 h 48"/>
                <a:gd name="T10" fmla="*/ 183 w 183"/>
                <a:gd name="T11" fmla="*/ 24 h 48"/>
                <a:gd name="T12" fmla="*/ 159 w 183"/>
                <a:gd name="T13" fmla="*/ 0 h 48"/>
                <a:gd name="T14" fmla="*/ 159 w 183"/>
                <a:gd name="T15" fmla="*/ 0 h 48"/>
                <a:gd name="T16" fmla="*/ 159 w 183"/>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3" h="48">
                  <a:moveTo>
                    <a:pt x="159" y="0"/>
                  </a:moveTo>
                  <a:cubicBezTo>
                    <a:pt x="24" y="0"/>
                    <a:pt x="24" y="0"/>
                    <a:pt x="24" y="0"/>
                  </a:cubicBezTo>
                  <a:cubicBezTo>
                    <a:pt x="11" y="0"/>
                    <a:pt x="0" y="11"/>
                    <a:pt x="0" y="24"/>
                  </a:cubicBezTo>
                  <a:cubicBezTo>
                    <a:pt x="0" y="38"/>
                    <a:pt x="11" y="48"/>
                    <a:pt x="24" y="48"/>
                  </a:cubicBezTo>
                  <a:cubicBezTo>
                    <a:pt x="159" y="48"/>
                    <a:pt x="159" y="48"/>
                    <a:pt x="159" y="48"/>
                  </a:cubicBezTo>
                  <a:cubicBezTo>
                    <a:pt x="172" y="48"/>
                    <a:pt x="183" y="38"/>
                    <a:pt x="183" y="24"/>
                  </a:cubicBezTo>
                  <a:cubicBezTo>
                    <a:pt x="183" y="11"/>
                    <a:pt x="172" y="0"/>
                    <a:pt x="159" y="0"/>
                  </a:cubicBezTo>
                  <a:close/>
                  <a:moveTo>
                    <a:pt x="159" y="0"/>
                  </a:moveTo>
                  <a:cubicBezTo>
                    <a:pt x="159" y="0"/>
                    <a:pt x="159" y="0"/>
                    <a:pt x="159" y="0"/>
                  </a:cubicBezTo>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GB" sz="1350" kern="1200">
                <a:solidFill>
                  <a:srgbClr val="282F39"/>
                </a:solidFill>
                <a:latin typeface="Calibri" panose="020F0502020204030204"/>
                <a:ea typeface="+mn-ea"/>
                <a:cs typeface="+mn-cs"/>
              </a:endParaRPr>
            </a:p>
          </p:txBody>
        </p:sp>
        <p:sp>
          <p:nvSpPr>
            <p:cNvPr id="39" name="Freeform 15">
              <a:extLst>
                <a:ext uri="{FF2B5EF4-FFF2-40B4-BE49-F238E27FC236}">
                  <a16:creationId xmlns:a16="http://schemas.microsoft.com/office/drawing/2014/main" id="{A3BF8AEC-CB17-4256-B372-4AEDD6D215D7}"/>
                </a:ext>
              </a:extLst>
            </p:cNvPr>
            <p:cNvSpPr>
              <a:spLocks noEditPoints="1"/>
            </p:cNvSpPr>
            <p:nvPr/>
          </p:nvSpPr>
          <p:spPr bwMode="auto">
            <a:xfrm>
              <a:off x="7931851" y="2949255"/>
              <a:ext cx="151355" cy="40457"/>
            </a:xfrm>
            <a:custGeom>
              <a:avLst/>
              <a:gdLst>
                <a:gd name="T0" fmla="*/ 182 w 182"/>
                <a:gd name="T1" fmla="*/ 24 h 48"/>
                <a:gd name="T2" fmla="*/ 158 w 182"/>
                <a:gd name="T3" fmla="*/ 0 h 48"/>
                <a:gd name="T4" fmla="*/ 24 w 182"/>
                <a:gd name="T5" fmla="*/ 0 h 48"/>
                <a:gd name="T6" fmla="*/ 0 w 182"/>
                <a:gd name="T7" fmla="*/ 24 h 48"/>
                <a:gd name="T8" fmla="*/ 24 w 182"/>
                <a:gd name="T9" fmla="*/ 48 h 48"/>
                <a:gd name="T10" fmla="*/ 158 w 182"/>
                <a:gd name="T11" fmla="*/ 48 h 48"/>
                <a:gd name="T12" fmla="*/ 182 w 182"/>
                <a:gd name="T13" fmla="*/ 24 h 48"/>
                <a:gd name="T14" fmla="*/ 182 w 182"/>
                <a:gd name="T15" fmla="*/ 24 h 48"/>
                <a:gd name="T16" fmla="*/ 182 w 182"/>
                <a:gd name="T17" fmla="*/ 2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2" h="48">
                  <a:moveTo>
                    <a:pt x="182" y="24"/>
                  </a:moveTo>
                  <a:cubicBezTo>
                    <a:pt x="182" y="11"/>
                    <a:pt x="172" y="0"/>
                    <a:pt x="158" y="0"/>
                  </a:cubicBezTo>
                  <a:cubicBezTo>
                    <a:pt x="24" y="0"/>
                    <a:pt x="24" y="0"/>
                    <a:pt x="24" y="0"/>
                  </a:cubicBezTo>
                  <a:cubicBezTo>
                    <a:pt x="11" y="0"/>
                    <a:pt x="0" y="11"/>
                    <a:pt x="0" y="24"/>
                  </a:cubicBezTo>
                  <a:cubicBezTo>
                    <a:pt x="0" y="38"/>
                    <a:pt x="11" y="48"/>
                    <a:pt x="24" y="48"/>
                  </a:cubicBezTo>
                  <a:cubicBezTo>
                    <a:pt x="158" y="48"/>
                    <a:pt x="158" y="48"/>
                    <a:pt x="158" y="48"/>
                  </a:cubicBezTo>
                  <a:cubicBezTo>
                    <a:pt x="172" y="48"/>
                    <a:pt x="182" y="38"/>
                    <a:pt x="182" y="24"/>
                  </a:cubicBezTo>
                  <a:close/>
                  <a:moveTo>
                    <a:pt x="182" y="24"/>
                  </a:moveTo>
                  <a:cubicBezTo>
                    <a:pt x="182" y="24"/>
                    <a:pt x="182" y="24"/>
                    <a:pt x="182" y="24"/>
                  </a:cubicBezTo>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GB" sz="1350" kern="1200">
                <a:solidFill>
                  <a:srgbClr val="282F39"/>
                </a:solidFill>
                <a:latin typeface="Calibri" panose="020F0502020204030204"/>
                <a:ea typeface="+mn-ea"/>
                <a:cs typeface="+mn-cs"/>
              </a:endParaRPr>
            </a:p>
          </p:txBody>
        </p:sp>
        <p:sp>
          <p:nvSpPr>
            <p:cNvPr id="40" name="Freeform 16">
              <a:extLst>
                <a:ext uri="{FF2B5EF4-FFF2-40B4-BE49-F238E27FC236}">
                  <a16:creationId xmlns:a16="http://schemas.microsoft.com/office/drawing/2014/main" id="{25125B18-7123-4130-B44C-F83892F70995}"/>
                </a:ext>
              </a:extLst>
            </p:cNvPr>
            <p:cNvSpPr>
              <a:spLocks noEditPoints="1"/>
            </p:cNvSpPr>
            <p:nvPr/>
          </p:nvSpPr>
          <p:spPr bwMode="auto">
            <a:xfrm>
              <a:off x="8730507" y="2704613"/>
              <a:ext cx="142311" cy="98999"/>
            </a:xfrm>
            <a:custGeom>
              <a:avLst/>
              <a:gdLst>
                <a:gd name="T0" fmla="*/ 27 w 171"/>
                <a:gd name="T1" fmla="*/ 118 h 118"/>
                <a:gd name="T2" fmla="*/ 39 w 171"/>
                <a:gd name="T3" fmla="*/ 115 h 118"/>
                <a:gd name="T4" fmla="*/ 155 w 171"/>
                <a:gd name="T5" fmla="*/ 48 h 118"/>
                <a:gd name="T6" fmla="*/ 164 w 171"/>
                <a:gd name="T7" fmla="*/ 15 h 118"/>
                <a:gd name="T8" fmla="*/ 131 w 171"/>
                <a:gd name="T9" fmla="*/ 6 h 118"/>
                <a:gd name="T10" fmla="*/ 15 w 171"/>
                <a:gd name="T11" fmla="*/ 74 h 118"/>
                <a:gd name="T12" fmla="*/ 6 w 171"/>
                <a:gd name="T13" fmla="*/ 106 h 118"/>
                <a:gd name="T14" fmla="*/ 27 w 171"/>
                <a:gd name="T15" fmla="*/ 118 h 118"/>
                <a:gd name="T16" fmla="*/ 27 w 171"/>
                <a:gd name="T17" fmla="*/ 118 h 118"/>
                <a:gd name="T18" fmla="*/ 27 w 171"/>
                <a:gd name="T19"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1" h="118">
                  <a:moveTo>
                    <a:pt x="27" y="118"/>
                  </a:moveTo>
                  <a:cubicBezTo>
                    <a:pt x="31" y="118"/>
                    <a:pt x="35" y="117"/>
                    <a:pt x="39" y="115"/>
                  </a:cubicBezTo>
                  <a:cubicBezTo>
                    <a:pt x="155" y="48"/>
                    <a:pt x="155" y="48"/>
                    <a:pt x="155" y="48"/>
                  </a:cubicBezTo>
                  <a:cubicBezTo>
                    <a:pt x="167" y="41"/>
                    <a:pt x="171" y="27"/>
                    <a:pt x="164" y="15"/>
                  </a:cubicBezTo>
                  <a:cubicBezTo>
                    <a:pt x="157" y="4"/>
                    <a:pt x="143" y="0"/>
                    <a:pt x="131" y="6"/>
                  </a:cubicBezTo>
                  <a:cubicBezTo>
                    <a:pt x="15" y="74"/>
                    <a:pt x="15" y="74"/>
                    <a:pt x="15" y="74"/>
                  </a:cubicBezTo>
                  <a:cubicBezTo>
                    <a:pt x="3" y="80"/>
                    <a:pt x="0" y="95"/>
                    <a:pt x="6" y="106"/>
                  </a:cubicBezTo>
                  <a:cubicBezTo>
                    <a:pt x="11" y="114"/>
                    <a:pt x="19" y="118"/>
                    <a:pt x="27" y="118"/>
                  </a:cubicBezTo>
                  <a:close/>
                  <a:moveTo>
                    <a:pt x="27" y="118"/>
                  </a:moveTo>
                  <a:cubicBezTo>
                    <a:pt x="27" y="118"/>
                    <a:pt x="27" y="118"/>
                    <a:pt x="27" y="118"/>
                  </a:cubicBezTo>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GB" sz="1350" kern="1200">
                <a:solidFill>
                  <a:srgbClr val="282F39"/>
                </a:solidFill>
                <a:latin typeface="Calibri" panose="020F0502020204030204"/>
                <a:ea typeface="+mn-ea"/>
                <a:cs typeface="+mn-cs"/>
              </a:endParaRPr>
            </a:p>
          </p:txBody>
        </p:sp>
        <p:sp>
          <p:nvSpPr>
            <p:cNvPr id="41" name="Freeform 17">
              <a:extLst>
                <a:ext uri="{FF2B5EF4-FFF2-40B4-BE49-F238E27FC236}">
                  <a16:creationId xmlns:a16="http://schemas.microsoft.com/office/drawing/2014/main" id="{E3A13503-5743-4FF5-9465-00ABA7CFF618}"/>
                </a:ext>
              </a:extLst>
            </p:cNvPr>
            <p:cNvSpPr>
              <a:spLocks noEditPoints="1"/>
            </p:cNvSpPr>
            <p:nvPr/>
          </p:nvSpPr>
          <p:spPr bwMode="auto">
            <a:xfrm>
              <a:off x="7993726" y="3132975"/>
              <a:ext cx="142311" cy="99951"/>
            </a:xfrm>
            <a:custGeom>
              <a:avLst/>
              <a:gdLst>
                <a:gd name="T0" fmla="*/ 132 w 171"/>
                <a:gd name="T1" fmla="*/ 7 h 119"/>
                <a:gd name="T2" fmla="*/ 15 w 171"/>
                <a:gd name="T3" fmla="*/ 74 h 119"/>
                <a:gd name="T4" fmla="*/ 7 w 171"/>
                <a:gd name="T5" fmla="*/ 107 h 119"/>
                <a:gd name="T6" fmla="*/ 28 w 171"/>
                <a:gd name="T7" fmla="*/ 119 h 119"/>
                <a:gd name="T8" fmla="*/ 39 w 171"/>
                <a:gd name="T9" fmla="*/ 115 h 119"/>
                <a:gd name="T10" fmla="*/ 156 w 171"/>
                <a:gd name="T11" fmla="*/ 48 h 119"/>
                <a:gd name="T12" fmla="*/ 165 w 171"/>
                <a:gd name="T13" fmla="*/ 15 h 119"/>
                <a:gd name="T14" fmla="*/ 132 w 171"/>
                <a:gd name="T15" fmla="*/ 7 h 119"/>
                <a:gd name="T16" fmla="*/ 132 w 171"/>
                <a:gd name="T17" fmla="*/ 7 h 119"/>
                <a:gd name="T18" fmla="*/ 132 w 171"/>
                <a:gd name="T19" fmla="*/ 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1" h="119">
                  <a:moveTo>
                    <a:pt x="132" y="7"/>
                  </a:moveTo>
                  <a:cubicBezTo>
                    <a:pt x="15" y="74"/>
                    <a:pt x="15" y="74"/>
                    <a:pt x="15" y="74"/>
                  </a:cubicBezTo>
                  <a:cubicBezTo>
                    <a:pt x="4" y="80"/>
                    <a:pt x="0" y="95"/>
                    <a:pt x="7" y="107"/>
                  </a:cubicBezTo>
                  <a:cubicBezTo>
                    <a:pt x="11" y="114"/>
                    <a:pt x="19" y="119"/>
                    <a:pt x="28" y="119"/>
                  </a:cubicBezTo>
                  <a:cubicBezTo>
                    <a:pt x="32" y="119"/>
                    <a:pt x="36" y="118"/>
                    <a:pt x="39" y="115"/>
                  </a:cubicBezTo>
                  <a:cubicBezTo>
                    <a:pt x="156" y="48"/>
                    <a:pt x="156" y="48"/>
                    <a:pt x="156" y="48"/>
                  </a:cubicBezTo>
                  <a:cubicBezTo>
                    <a:pt x="167" y="42"/>
                    <a:pt x="171" y="27"/>
                    <a:pt x="165" y="15"/>
                  </a:cubicBezTo>
                  <a:cubicBezTo>
                    <a:pt x="158" y="4"/>
                    <a:pt x="143" y="0"/>
                    <a:pt x="132" y="7"/>
                  </a:cubicBezTo>
                  <a:close/>
                  <a:moveTo>
                    <a:pt x="132" y="7"/>
                  </a:moveTo>
                  <a:cubicBezTo>
                    <a:pt x="132" y="7"/>
                    <a:pt x="132" y="7"/>
                    <a:pt x="132" y="7"/>
                  </a:cubicBezTo>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GB" sz="1350" kern="1200">
                <a:solidFill>
                  <a:srgbClr val="282F39"/>
                </a:solidFill>
                <a:latin typeface="Calibri" panose="020F0502020204030204"/>
                <a:ea typeface="+mn-ea"/>
                <a:cs typeface="+mn-cs"/>
              </a:endParaRPr>
            </a:p>
          </p:txBody>
        </p:sp>
        <p:sp>
          <p:nvSpPr>
            <p:cNvPr id="42" name="Freeform 18">
              <a:extLst>
                <a:ext uri="{FF2B5EF4-FFF2-40B4-BE49-F238E27FC236}">
                  <a16:creationId xmlns:a16="http://schemas.microsoft.com/office/drawing/2014/main" id="{BCAEA7DB-7A97-413C-981C-49670ADC4090}"/>
                </a:ext>
              </a:extLst>
            </p:cNvPr>
            <p:cNvSpPr>
              <a:spLocks noEditPoints="1"/>
            </p:cNvSpPr>
            <p:nvPr/>
          </p:nvSpPr>
          <p:spPr bwMode="auto">
            <a:xfrm>
              <a:off x="8595336" y="2526606"/>
              <a:ext cx="101379" cy="140883"/>
            </a:xfrm>
            <a:custGeom>
              <a:avLst/>
              <a:gdLst>
                <a:gd name="T0" fmla="*/ 15 w 122"/>
                <a:gd name="T1" fmla="*/ 165 h 168"/>
                <a:gd name="T2" fmla="*/ 27 w 122"/>
                <a:gd name="T3" fmla="*/ 168 h 168"/>
                <a:gd name="T4" fmla="*/ 48 w 122"/>
                <a:gd name="T5" fmla="*/ 156 h 168"/>
                <a:gd name="T6" fmla="*/ 115 w 122"/>
                <a:gd name="T7" fmla="*/ 39 h 168"/>
                <a:gd name="T8" fmla="*/ 107 w 122"/>
                <a:gd name="T9" fmla="*/ 7 h 168"/>
                <a:gd name="T10" fmla="*/ 74 w 122"/>
                <a:gd name="T11" fmla="*/ 15 h 168"/>
                <a:gd name="T12" fmla="*/ 7 w 122"/>
                <a:gd name="T13" fmla="*/ 132 h 168"/>
                <a:gd name="T14" fmla="*/ 15 w 122"/>
                <a:gd name="T15" fmla="*/ 165 h 168"/>
                <a:gd name="T16" fmla="*/ 15 w 122"/>
                <a:gd name="T17" fmla="*/ 165 h 168"/>
                <a:gd name="T18" fmla="*/ 15 w 122"/>
                <a:gd name="T19" fmla="*/ 165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2" h="168">
                  <a:moveTo>
                    <a:pt x="15" y="165"/>
                  </a:moveTo>
                  <a:cubicBezTo>
                    <a:pt x="19" y="167"/>
                    <a:pt x="23" y="168"/>
                    <a:pt x="27" y="168"/>
                  </a:cubicBezTo>
                  <a:cubicBezTo>
                    <a:pt x="36" y="168"/>
                    <a:pt x="44" y="164"/>
                    <a:pt x="48" y="156"/>
                  </a:cubicBezTo>
                  <a:cubicBezTo>
                    <a:pt x="115" y="39"/>
                    <a:pt x="115" y="39"/>
                    <a:pt x="115" y="39"/>
                  </a:cubicBezTo>
                  <a:cubicBezTo>
                    <a:pt x="122" y="28"/>
                    <a:pt x="118" y="13"/>
                    <a:pt x="107" y="7"/>
                  </a:cubicBezTo>
                  <a:cubicBezTo>
                    <a:pt x="95" y="0"/>
                    <a:pt x="80" y="4"/>
                    <a:pt x="74" y="15"/>
                  </a:cubicBezTo>
                  <a:cubicBezTo>
                    <a:pt x="7" y="132"/>
                    <a:pt x="7" y="132"/>
                    <a:pt x="7" y="132"/>
                  </a:cubicBezTo>
                  <a:cubicBezTo>
                    <a:pt x="0" y="143"/>
                    <a:pt x="4" y="158"/>
                    <a:pt x="15" y="165"/>
                  </a:cubicBezTo>
                  <a:close/>
                  <a:moveTo>
                    <a:pt x="15" y="165"/>
                  </a:moveTo>
                  <a:cubicBezTo>
                    <a:pt x="15" y="165"/>
                    <a:pt x="15" y="165"/>
                    <a:pt x="15" y="165"/>
                  </a:cubicBezTo>
                </a:path>
              </a:pathLst>
            </a:custGeom>
            <a:grpFill/>
            <a:ln>
              <a:noFill/>
            </a:ln>
          </p:spPr>
          <p:txBody>
            <a:bodyPr vert="horz" wrap="square" lIns="68580" tIns="34290" rIns="68580" bIns="34290" numCol="1" anchor="t" anchorCtr="0" compatLnSpc="1">
              <a:prstTxWarp prst="textNoShape">
                <a:avLst/>
              </a:prstTxWarp>
            </a:bodyPr>
            <a:lstStyle/>
            <a:p>
              <a:pPr defTabSz="685800">
                <a:buClrTx/>
                <a:defRPr/>
              </a:pPr>
              <a:endParaRPr lang="en-GB" sz="1350" kern="1200">
                <a:solidFill>
                  <a:srgbClr val="282F39"/>
                </a:solidFill>
                <a:latin typeface="Calibri" panose="020F0502020204030204"/>
                <a:ea typeface="+mn-ea"/>
                <a:cs typeface="+mn-cs"/>
              </a:endParaRPr>
            </a:p>
          </p:txBody>
        </p:sp>
      </p:grpSp>
      <p:sp>
        <p:nvSpPr>
          <p:cNvPr id="2" name="Ellipse 1">
            <a:extLst>
              <a:ext uri="{FF2B5EF4-FFF2-40B4-BE49-F238E27FC236}">
                <a16:creationId xmlns:a16="http://schemas.microsoft.com/office/drawing/2014/main" id="{E1E91E8D-9D2B-F3CA-C2CC-1F95DC29313A}"/>
              </a:ext>
            </a:extLst>
          </p:cNvPr>
          <p:cNvSpPr/>
          <p:nvPr/>
        </p:nvSpPr>
        <p:spPr>
          <a:xfrm>
            <a:off x="8398928" y="170591"/>
            <a:ext cx="619860" cy="567546"/>
          </a:xfrm>
          <a:prstGeom prst="ellipse">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800" b="1" dirty="0"/>
              <a:t>12</a:t>
            </a:r>
          </a:p>
        </p:txBody>
      </p:sp>
      <p:grpSp>
        <p:nvGrpSpPr>
          <p:cNvPr id="3" name="Groupe 2">
            <a:extLst>
              <a:ext uri="{FF2B5EF4-FFF2-40B4-BE49-F238E27FC236}">
                <a16:creationId xmlns:a16="http://schemas.microsoft.com/office/drawing/2014/main" id="{BFE39453-64DD-3792-71CD-69F01B49C7EF}"/>
              </a:ext>
            </a:extLst>
          </p:cNvPr>
          <p:cNvGrpSpPr/>
          <p:nvPr/>
        </p:nvGrpSpPr>
        <p:grpSpPr>
          <a:xfrm>
            <a:off x="4648290" y="1637505"/>
            <a:ext cx="5211258" cy="449769"/>
            <a:chOff x="710423" y="1092686"/>
            <a:chExt cx="5211258" cy="449769"/>
          </a:xfrm>
        </p:grpSpPr>
        <p:grpSp>
          <p:nvGrpSpPr>
            <p:cNvPr id="4" name="Groupe 3">
              <a:extLst>
                <a:ext uri="{FF2B5EF4-FFF2-40B4-BE49-F238E27FC236}">
                  <a16:creationId xmlns:a16="http://schemas.microsoft.com/office/drawing/2014/main" id="{D0DB6559-68C2-A6F2-7E80-D7F9B42D6372}"/>
                </a:ext>
              </a:extLst>
            </p:cNvPr>
            <p:cNvGrpSpPr/>
            <p:nvPr/>
          </p:nvGrpSpPr>
          <p:grpSpPr>
            <a:xfrm>
              <a:off x="710423" y="1111736"/>
              <a:ext cx="506445" cy="430719"/>
              <a:chOff x="936593" y="1258045"/>
              <a:chExt cx="506445" cy="430719"/>
            </a:xfrm>
          </p:grpSpPr>
          <p:sp>
            <p:nvSpPr>
              <p:cNvPr id="7" name="Oval 21">
                <a:extLst>
                  <a:ext uri="{FF2B5EF4-FFF2-40B4-BE49-F238E27FC236}">
                    <a16:creationId xmlns:a16="http://schemas.microsoft.com/office/drawing/2014/main" id="{D8663A3D-7D8E-3C63-0144-3B8B97CDB2EB}"/>
                  </a:ext>
                </a:extLst>
              </p:cNvPr>
              <p:cNvSpPr/>
              <p:nvPr/>
            </p:nvSpPr>
            <p:spPr>
              <a:xfrm>
                <a:off x="1017556" y="1258045"/>
                <a:ext cx="425482" cy="42663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accent3">
                      <a:lumMod val="75000"/>
                    </a:schemeClr>
                  </a:solidFill>
                </a:endParaRPr>
              </a:p>
            </p:txBody>
          </p:sp>
          <p:sp>
            <p:nvSpPr>
              <p:cNvPr id="8" name="Oval 21">
                <a:extLst>
                  <a:ext uri="{FF2B5EF4-FFF2-40B4-BE49-F238E27FC236}">
                    <a16:creationId xmlns:a16="http://schemas.microsoft.com/office/drawing/2014/main" id="{754D8BC5-22BA-BE69-3F96-E8A62006771F}"/>
                  </a:ext>
                </a:extLst>
              </p:cNvPr>
              <p:cNvSpPr/>
              <p:nvPr/>
            </p:nvSpPr>
            <p:spPr>
              <a:xfrm>
                <a:off x="936593" y="1262127"/>
                <a:ext cx="425482" cy="426637"/>
              </a:xfrm>
              <a:prstGeom prst="ellipse">
                <a:avLst/>
              </a:prstGeom>
              <a:solidFill>
                <a:srgbClr val="CB1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accent3">
                      <a:lumMod val="75000"/>
                    </a:schemeClr>
                  </a:solidFill>
                </a:endParaRPr>
              </a:p>
            </p:txBody>
          </p:sp>
        </p:grpSp>
        <p:sp>
          <p:nvSpPr>
            <p:cNvPr id="6" name="TextBox 31">
              <a:extLst>
                <a:ext uri="{FF2B5EF4-FFF2-40B4-BE49-F238E27FC236}">
                  <a16:creationId xmlns:a16="http://schemas.microsoft.com/office/drawing/2014/main" id="{9A7760B0-C354-8414-3942-4946C9A305BE}"/>
                </a:ext>
              </a:extLst>
            </p:cNvPr>
            <p:cNvSpPr txBox="1"/>
            <p:nvPr/>
          </p:nvSpPr>
          <p:spPr>
            <a:xfrm>
              <a:off x="1316061" y="1092686"/>
              <a:ext cx="4605620" cy="338554"/>
            </a:xfrm>
            <a:prstGeom prst="rect">
              <a:avLst/>
            </a:prstGeom>
            <a:noFill/>
          </p:spPr>
          <p:txBody>
            <a:bodyPr wrap="square" rtlCol="0">
              <a:spAutoFit/>
            </a:bodyPr>
            <a:lstStyle/>
            <a:p>
              <a:r>
                <a:rPr lang="fr-FR"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Défis et opportunités futures</a:t>
              </a:r>
              <a:endParaRPr lang="fr-FR" dirty="0"/>
            </a:p>
          </p:txBody>
        </p:sp>
      </p:grpSp>
      <p:cxnSp>
        <p:nvCxnSpPr>
          <p:cNvPr id="12" name="Google Shape;316;p30">
            <a:extLst>
              <a:ext uri="{FF2B5EF4-FFF2-40B4-BE49-F238E27FC236}">
                <a16:creationId xmlns:a16="http://schemas.microsoft.com/office/drawing/2014/main" id="{670AA3A2-762F-F5BA-5758-3B2F712F86BA}"/>
              </a:ext>
            </a:extLst>
          </p:cNvPr>
          <p:cNvCxnSpPr>
            <a:cxnSpLocks/>
          </p:cNvCxnSpPr>
          <p:nvPr/>
        </p:nvCxnSpPr>
        <p:spPr>
          <a:xfrm flipV="1">
            <a:off x="0" y="790279"/>
            <a:ext cx="4020115" cy="13602"/>
          </a:xfrm>
          <a:prstGeom prst="straightConnector1">
            <a:avLst/>
          </a:prstGeom>
          <a:noFill/>
          <a:ln w="28575" cap="flat" cmpd="sng">
            <a:solidFill>
              <a:schemeClr val="dk2"/>
            </a:solidFill>
            <a:prstDash val="solid"/>
            <a:round/>
            <a:headEnd type="none" w="med" len="med"/>
            <a:tailEnd type="none" w="med" len="med"/>
          </a:ln>
        </p:spPr>
      </p:cxnSp>
      <p:cxnSp>
        <p:nvCxnSpPr>
          <p:cNvPr id="14" name="Google Shape;316;p30">
            <a:extLst>
              <a:ext uri="{FF2B5EF4-FFF2-40B4-BE49-F238E27FC236}">
                <a16:creationId xmlns:a16="http://schemas.microsoft.com/office/drawing/2014/main" id="{2D5C117D-6965-60BA-7014-246920597E34}"/>
              </a:ext>
            </a:extLst>
          </p:cNvPr>
          <p:cNvCxnSpPr>
            <a:cxnSpLocks/>
          </p:cNvCxnSpPr>
          <p:nvPr/>
        </p:nvCxnSpPr>
        <p:spPr>
          <a:xfrm flipV="1">
            <a:off x="0" y="672092"/>
            <a:ext cx="764282" cy="3746"/>
          </a:xfrm>
          <a:prstGeom prst="straightConnector1">
            <a:avLst/>
          </a:prstGeom>
          <a:noFill/>
          <a:ln w="28575" cap="flat" cmpd="sng">
            <a:solidFill>
              <a:schemeClr val="dk2"/>
            </a:solidFill>
            <a:prstDash val="solid"/>
            <a:round/>
            <a:headEnd type="none" w="med" len="med"/>
            <a:tailEnd type="none" w="med" len="med"/>
          </a:ln>
        </p:spPr>
      </p:cxnSp>
      <p:cxnSp>
        <p:nvCxnSpPr>
          <p:cNvPr id="43" name="Google Shape;316;p30">
            <a:extLst>
              <a:ext uri="{FF2B5EF4-FFF2-40B4-BE49-F238E27FC236}">
                <a16:creationId xmlns:a16="http://schemas.microsoft.com/office/drawing/2014/main" id="{1E52D4FC-EFAD-0261-415C-9FDF7CC8B3E8}"/>
              </a:ext>
            </a:extLst>
          </p:cNvPr>
          <p:cNvCxnSpPr>
            <a:cxnSpLocks/>
          </p:cNvCxnSpPr>
          <p:nvPr/>
        </p:nvCxnSpPr>
        <p:spPr>
          <a:xfrm flipV="1">
            <a:off x="-14855" y="525650"/>
            <a:ext cx="764282" cy="3746"/>
          </a:xfrm>
          <a:prstGeom prst="straightConnector1">
            <a:avLst/>
          </a:prstGeom>
          <a:noFill/>
          <a:ln w="28575" cap="flat" cmpd="sng">
            <a:solidFill>
              <a:schemeClr val="dk2"/>
            </a:solidFill>
            <a:prstDash val="solid"/>
            <a:round/>
            <a:headEnd type="none" w="med" len="med"/>
            <a:tailEnd type="none" w="med" len="med"/>
          </a:ln>
        </p:spPr>
      </p:cxnSp>
      <p:cxnSp>
        <p:nvCxnSpPr>
          <p:cNvPr id="44" name="Google Shape;316;p30">
            <a:extLst>
              <a:ext uri="{FF2B5EF4-FFF2-40B4-BE49-F238E27FC236}">
                <a16:creationId xmlns:a16="http://schemas.microsoft.com/office/drawing/2014/main" id="{74C3E668-719B-4248-65EF-513B05B3624E}"/>
              </a:ext>
            </a:extLst>
          </p:cNvPr>
          <p:cNvCxnSpPr>
            <a:cxnSpLocks/>
          </p:cNvCxnSpPr>
          <p:nvPr/>
        </p:nvCxnSpPr>
        <p:spPr>
          <a:xfrm flipV="1">
            <a:off x="-20379" y="397868"/>
            <a:ext cx="764282" cy="3746"/>
          </a:xfrm>
          <a:prstGeom prst="straightConnector1">
            <a:avLst/>
          </a:prstGeom>
          <a:noFill/>
          <a:ln w="28575" cap="flat" cmpd="sng">
            <a:solidFill>
              <a:schemeClr val="dk2"/>
            </a:solidFill>
            <a:prstDash val="solid"/>
            <a:round/>
            <a:headEnd type="none" w="med" len="med"/>
            <a:tailEnd type="none" w="med" len="med"/>
          </a:ln>
        </p:spPr>
      </p:cxnSp>
      <p:grpSp>
        <p:nvGrpSpPr>
          <p:cNvPr id="45" name="Groupe 44">
            <a:extLst>
              <a:ext uri="{FF2B5EF4-FFF2-40B4-BE49-F238E27FC236}">
                <a16:creationId xmlns:a16="http://schemas.microsoft.com/office/drawing/2014/main" id="{8ABA5B9C-D800-47AD-805E-E4860A589000}"/>
              </a:ext>
            </a:extLst>
          </p:cNvPr>
          <p:cNvGrpSpPr/>
          <p:nvPr/>
        </p:nvGrpSpPr>
        <p:grpSpPr>
          <a:xfrm>
            <a:off x="4643227" y="2803966"/>
            <a:ext cx="5211258" cy="449769"/>
            <a:chOff x="710423" y="1092686"/>
            <a:chExt cx="5211258" cy="449769"/>
          </a:xfrm>
        </p:grpSpPr>
        <p:grpSp>
          <p:nvGrpSpPr>
            <p:cNvPr id="46" name="Groupe 45">
              <a:extLst>
                <a:ext uri="{FF2B5EF4-FFF2-40B4-BE49-F238E27FC236}">
                  <a16:creationId xmlns:a16="http://schemas.microsoft.com/office/drawing/2014/main" id="{164453D1-A5AF-971D-F167-6E29B2C71CBA}"/>
                </a:ext>
              </a:extLst>
            </p:cNvPr>
            <p:cNvGrpSpPr/>
            <p:nvPr/>
          </p:nvGrpSpPr>
          <p:grpSpPr>
            <a:xfrm>
              <a:off x="710423" y="1111736"/>
              <a:ext cx="506445" cy="430719"/>
              <a:chOff x="936593" y="1258045"/>
              <a:chExt cx="506445" cy="430719"/>
            </a:xfrm>
          </p:grpSpPr>
          <p:sp>
            <p:nvSpPr>
              <p:cNvPr id="48" name="Oval 21">
                <a:extLst>
                  <a:ext uri="{FF2B5EF4-FFF2-40B4-BE49-F238E27FC236}">
                    <a16:creationId xmlns:a16="http://schemas.microsoft.com/office/drawing/2014/main" id="{4E88D0A5-3D07-2CC1-7E8C-F28E0EA73210}"/>
                  </a:ext>
                </a:extLst>
              </p:cNvPr>
              <p:cNvSpPr/>
              <p:nvPr/>
            </p:nvSpPr>
            <p:spPr>
              <a:xfrm>
                <a:off x="1017556" y="1258045"/>
                <a:ext cx="425482" cy="42663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accent3">
                      <a:lumMod val="75000"/>
                    </a:schemeClr>
                  </a:solidFill>
                </a:endParaRPr>
              </a:p>
            </p:txBody>
          </p:sp>
          <p:sp>
            <p:nvSpPr>
              <p:cNvPr id="49" name="Oval 21">
                <a:extLst>
                  <a:ext uri="{FF2B5EF4-FFF2-40B4-BE49-F238E27FC236}">
                    <a16:creationId xmlns:a16="http://schemas.microsoft.com/office/drawing/2014/main" id="{3F40539F-E36F-2C34-1E4C-1E6AEE8506B1}"/>
                  </a:ext>
                </a:extLst>
              </p:cNvPr>
              <p:cNvSpPr/>
              <p:nvPr/>
            </p:nvSpPr>
            <p:spPr>
              <a:xfrm>
                <a:off x="936593" y="1262127"/>
                <a:ext cx="425482" cy="426637"/>
              </a:xfrm>
              <a:prstGeom prst="ellipse">
                <a:avLst/>
              </a:prstGeom>
              <a:solidFill>
                <a:srgbClr val="CB1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accent3">
                      <a:lumMod val="75000"/>
                    </a:schemeClr>
                  </a:solidFill>
                </a:endParaRPr>
              </a:p>
            </p:txBody>
          </p:sp>
        </p:grpSp>
        <p:sp>
          <p:nvSpPr>
            <p:cNvPr id="47" name="TextBox 31">
              <a:extLst>
                <a:ext uri="{FF2B5EF4-FFF2-40B4-BE49-F238E27FC236}">
                  <a16:creationId xmlns:a16="http://schemas.microsoft.com/office/drawing/2014/main" id="{70E4CC14-D438-808F-3A56-C017D8DD2A44}"/>
                </a:ext>
              </a:extLst>
            </p:cNvPr>
            <p:cNvSpPr txBox="1"/>
            <p:nvPr/>
          </p:nvSpPr>
          <p:spPr>
            <a:xfrm>
              <a:off x="1316061" y="1092686"/>
              <a:ext cx="4605620" cy="338554"/>
            </a:xfrm>
            <a:prstGeom prst="rect">
              <a:avLst/>
            </a:prstGeom>
            <a:noFill/>
          </p:spPr>
          <p:txBody>
            <a:bodyPr wrap="square" rtlCol="0">
              <a:spAutoFit/>
            </a:bodyPr>
            <a:lstStyle/>
            <a:p>
              <a:r>
                <a:rPr lang="fr-FR"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Reconnaissance gestuelle</a:t>
              </a:r>
              <a:endParaRPr lang="fr-FR" dirty="0"/>
            </a:p>
          </p:txBody>
        </p:sp>
      </p:grpSp>
      <p:grpSp>
        <p:nvGrpSpPr>
          <p:cNvPr id="50" name="Groupe 49">
            <a:extLst>
              <a:ext uri="{FF2B5EF4-FFF2-40B4-BE49-F238E27FC236}">
                <a16:creationId xmlns:a16="http://schemas.microsoft.com/office/drawing/2014/main" id="{B8381EA1-AA78-DC13-583B-E962AA7F7E82}"/>
              </a:ext>
            </a:extLst>
          </p:cNvPr>
          <p:cNvGrpSpPr/>
          <p:nvPr/>
        </p:nvGrpSpPr>
        <p:grpSpPr>
          <a:xfrm>
            <a:off x="4643432" y="3977956"/>
            <a:ext cx="5211258" cy="449769"/>
            <a:chOff x="710423" y="1092686"/>
            <a:chExt cx="5211258" cy="449769"/>
          </a:xfrm>
        </p:grpSpPr>
        <p:grpSp>
          <p:nvGrpSpPr>
            <p:cNvPr id="51" name="Groupe 50">
              <a:extLst>
                <a:ext uri="{FF2B5EF4-FFF2-40B4-BE49-F238E27FC236}">
                  <a16:creationId xmlns:a16="http://schemas.microsoft.com/office/drawing/2014/main" id="{BC45CCDD-DED1-79FC-D8DD-6B7CB78FE544}"/>
                </a:ext>
              </a:extLst>
            </p:cNvPr>
            <p:cNvGrpSpPr/>
            <p:nvPr/>
          </p:nvGrpSpPr>
          <p:grpSpPr>
            <a:xfrm>
              <a:off x="710423" y="1111736"/>
              <a:ext cx="506445" cy="430719"/>
              <a:chOff x="936593" y="1258045"/>
              <a:chExt cx="506445" cy="430719"/>
            </a:xfrm>
          </p:grpSpPr>
          <p:sp>
            <p:nvSpPr>
              <p:cNvPr id="53" name="Oval 21">
                <a:extLst>
                  <a:ext uri="{FF2B5EF4-FFF2-40B4-BE49-F238E27FC236}">
                    <a16:creationId xmlns:a16="http://schemas.microsoft.com/office/drawing/2014/main" id="{2CBA1A34-FA0E-7431-2B3D-696DBC971DF4}"/>
                  </a:ext>
                </a:extLst>
              </p:cNvPr>
              <p:cNvSpPr/>
              <p:nvPr/>
            </p:nvSpPr>
            <p:spPr>
              <a:xfrm>
                <a:off x="1017556" y="1258045"/>
                <a:ext cx="425482" cy="42663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accent3">
                      <a:lumMod val="75000"/>
                    </a:schemeClr>
                  </a:solidFill>
                </a:endParaRPr>
              </a:p>
            </p:txBody>
          </p:sp>
          <p:sp>
            <p:nvSpPr>
              <p:cNvPr id="54" name="Oval 21">
                <a:extLst>
                  <a:ext uri="{FF2B5EF4-FFF2-40B4-BE49-F238E27FC236}">
                    <a16:creationId xmlns:a16="http://schemas.microsoft.com/office/drawing/2014/main" id="{D9C64E04-7C7F-A82C-934C-9DCC85358830}"/>
                  </a:ext>
                </a:extLst>
              </p:cNvPr>
              <p:cNvSpPr/>
              <p:nvPr/>
            </p:nvSpPr>
            <p:spPr>
              <a:xfrm>
                <a:off x="936593" y="1262127"/>
                <a:ext cx="425482" cy="426637"/>
              </a:xfrm>
              <a:prstGeom prst="ellipse">
                <a:avLst/>
              </a:prstGeom>
              <a:solidFill>
                <a:srgbClr val="CB1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accent3">
                      <a:lumMod val="75000"/>
                    </a:schemeClr>
                  </a:solidFill>
                </a:endParaRPr>
              </a:p>
            </p:txBody>
          </p:sp>
        </p:grpSp>
        <p:sp>
          <p:nvSpPr>
            <p:cNvPr id="52" name="TextBox 31">
              <a:extLst>
                <a:ext uri="{FF2B5EF4-FFF2-40B4-BE49-F238E27FC236}">
                  <a16:creationId xmlns:a16="http://schemas.microsoft.com/office/drawing/2014/main" id="{297B082A-ACEA-4E2E-ED83-870D0C64BF79}"/>
                </a:ext>
              </a:extLst>
            </p:cNvPr>
            <p:cNvSpPr txBox="1"/>
            <p:nvPr/>
          </p:nvSpPr>
          <p:spPr>
            <a:xfrm>
              <a:off x="1316061" y="1092686"/>
              <a:ext cx="4605620" cy="338554"/>
            </a:xfrm>
            <a:prstGeom prst="rect">
              <a:avLst/>
            </a:prstGeom>
            <a:noFill/>
          </p:spPr>
          <p:txBody>
            <a:bodyPr wrap="square" rtlCol="0">
              <a:spAutoFit/>
            </a:bodyPr>
            <a:lstStyle/>
            <a:p>
              <a:r>
                <a:rPr lang="fr-FR"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Contribution de mes recherches</a:t>
              </a:r>
              <a:endParaRPr lang="fr-FR" dirty="0"/>
            </a:p>
          </p:txBody>
        </p:sp>
      </p:grpSp>
      <p:pic>
        <p:nvPicPr>
          <p:cNvPr id="56" name="Graphique 55" descr="Ampoule et engrenage">
            <a:extLst>
              <a:ext uri="{FF2B5EF4-FFF2-40B4-BE49-F238E27FC236}">
                <a16:creationId xmlns:a16="http://schemas.microsoft.com/office/drawing/2014/main" id="{0BC248DA-F8D2-DBBC-A899-BD02356B27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79390" y="1086302"/>
            <a:ext cx="914400" cy="914400"/>
          </a:xfrm>
          <a:prstGeom prst="rect">
            <a:avLst/>
          </a:prstGeom>
        </p:spPr>
      </p:pic>
    </p:spTree>
    <p:extLst>
      <p:ext uri="{BB962C8B-B14F-4D97-AF65-F5344CB8AC3E}">
        <p14:creationId xmlns:p14="http://schemas.microsoft.com/office/powerpoint/2010/main" val="224549334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barn(inVertical)">
                                      <p:cBhvr>
                                        <p:cTn id="12" dur="5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barn(inVertical)">
                                      <p:cBhvr>
                                        <p:cTn id="1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1048580" name="Google Shape;321;p31"/>
          <p:cNvSpPr txBox="1">
            <a:spLocks noGrp="1"/>
          </p:cNvSpPr>
          <p:nvPr>
            <p:ph type="title"/>
          </p:nvPr>
        </p:nvSpPr>
        <p:spPr>
          <a:xfrm>
            <a:off x="3568088" y="1929067"/>
            <a:ext cx="5575912" cy="1604700"/>
          </a:xfrm>
          <a:prstGeom prst="rect">
            <a:avLst/>
          </a:prstGeom>
        </p:spPr>
        <p:txBody>
          <a:bodyPr spcFirstLastPara="1" wrap="square" lIns="91425" tIns="91425" rIns="91425" bIns="91425" anchor="b" anchorCtr="0">
            <a:noAutofit/>
          </a:bodyPr>
          <a:lstStyle/>
          <a:p>
            <a:pPr lvl="0"/>
            <a:r>
              <a:rPr lang="fr-FR" altLang="zh-CN" sz="5400" dirty="0">
                <a:solidFill>
                  <a:schemeClr val="tx1"/>
                </a:solidFill>
                <a:latin typeface="Comic Sans MS" panose="030F0702030302020204" pitchFamily="66" charset="0"/>
                <a:cs typeface="+mn-ea"/>
                <a:sym typeface="+mn-lt"/>
              </a:rPr>
              <a:t>Merci pour votre aimable attention</a:t>
            </a:r>
            <a:endParaRPr b="1" dirty="0">
              <a:solidFill>
                <a:schemeClr val="tx1"/>
              </a:solidFill>
              <a:latin typeface="Times New Roman" panose="02020603050405020304" pitchFamily="18" charset="0"/>
              <a:cs typeface="Times New Roman" panose="02020603050405020304" pitchFamily="18" charset="0"/>
            </a:endParaRPr>
          </a:p>
        </p:txBody>
      </p:sp>
      <p:pic>
        <p:nvPicPr>
          <p:cNvPr id="2097152" name="Google Shape;323;p31"/>
          <p:cNvPicPr preferRelativeResize="0">
            <a:picLocks/>
          </p:cNvPicPr>
          <p:nvPr/>
        </p:nvPicPr>
        <p:blipFill>
          <a:blip r:embed="rId3">
            <a:alphaModFix amt="21000"/>
          </a:blip>
          <a:stretch>
            <a:fillRect/>
          </a:stretch>
        </p:blipFill>
        <p:spPr>
          <a:xfrm flipH="1">
            <a:off x="-532853" y="-4"/>
            <a:ext cx="4775101" cy="2539096"/>
          </a:xfrm>
          <a:prstGeom prst="rect">
            <a:avLst/>
          </a:prstGeom>
          <a:noFill/>
          <a:ln>
            <a:noFill/>
          </a:ln>
        </p:spPr>
      </p:pic>
      <p:grpSp>
        <p:nvGrpSpPr>
          <p:cNvPr id="30" name="Google Shape;324;p31"/>
          <p:cNvGrpSpPr/>
          <p:nvPr/>
        </p:nvGrpSpPr>
        <p:grpSpPr>
          <a:xfrm flipH="1">
            <a:off x="-914594" y="455623"/>
            <a:ext cx="5313368" cy="5145951"/>
            <a:chOff x="4326600" y="455623"/>
            <a:chExt cx="5313368" cy="5145951"/>
          </a:xfrm>
        </p:grpSpPr>
        <p:sp>
          <p:nvSpPr>
            <p:cNvPr id="1048581" name="Google Shape;325;p31"/>
            <p:cNvSpPr/>
            <p:nvPr/>
          </p:nvSpPr>
          <p:spPr>
            <a:xfrm>
              <a:off x="4326600" y="455623"/>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582" name="Google Shape;326;p31"/>
            <p:cNvSpPr/>
            <p:nvPr/>
          </p:nvSpPr>
          <p:spPr>
            <a:xfrm>
              <a:off x="4368901" y="767644"/>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583" name="Google Shape;327;p31"/>
            <p:cNvSpPr/>
            <p:nvPr/>
          </p:nvSpPr>
          <p:spPr>
            <a:xfrm>
              <a:off x="4368899" y="455625"/>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097153" name="Google Shape;328;p31"/>
          <p:cNvPicPr preferRelativeResize="0">
            <a:picLocks/>
          </p:cNvPicPr>
          <p:nvPr/>
        </p:nvPicPr>
        <p:blipFill>
          <a:blip r:embed="rId4">
            <a:alphaModFix amt="79000"/>
          </a:blip>
          <a:stretch>
            <a:fillRect/>
          </a:stretch>
        </p:blipFill>
        <p:spPr>
          <a:xfrm flipH="1">
            <a:off x="13175" y="-1318753"/>
            <a:ext cx="2344349" cy="2346255"/>
          </a:xfrm>
          <a:prstGeom prst="rect">
            <a:avLst/>
          </a:prstGeom>
          <a:noFill/>
          <a:ln>
            <a:noFill/>
          </a:ln>
        </p:spPr>
      </p:pic>
      <p:pic>
        <p:nvPicPr>
          <p:cNvPr id="2097154" name="Google Shape;329;p31"/>
          <p:cNvPicPr preferRelativeResize="0">
            <a:picLocks/>
          </p:cNvPicPr>
          <p:nvPr/>
        </p:nvPicPr>
        <p:blipFill>
          <a:blip r:embed="rId4">
            <a:alphaModFix amt="79000"/>
          </a:blip>
          <a:stretch>
            <a:fillRect/>
          </a:stretch>
        </p:blipFill>
        <p:spPr>
          <a:xfrm flipH="1">
            <a:off x="-1613625" y="2334897"/>
            <a:ext cx="2344349" cy="2346255"/>
          </a:xfrm>
          <a:prstGeom prst="rect">
            <a:avLst/>
          </a:prstGeom>
          <a:noFill/>
          <a:ln>
            <a:noFill/>
          </a:ln>
        </p:spPr>
      </p:pic>
      <p:pic>
        <p:nvPicPr>
          <p:cNvPr id="2097155" name="Google Shape;330;p31"/>
          <p:cNvPicPr preferRelativeResize="0">
            <a:picLocks/>
          </p:cNvPicPr>
          <p:nvPr/>
        </p:nvPicPr>
        <p:blipFill>
          <a:blip r:embed="rId4">
            <a:alphaModFix amt="79000"/>
          </a:blip>
          <a:stretch>
            <a:fillRect/>
          </a:stretch>
        </p:blipFill>
        <p:spPr>
          <a:xfrm flipH="1">
            <a:off x="-761450" y="4316097"/>
            <a:ext cx="2344349" cy="2346255"/>
          </a:xfrm>
          <a:prstGeom prst="rect">
            <a:avLst/>
          </a:prstGeom>
          <a:noFill/>
          <a:ln>
            <a:noFill/>
          </a:ln>
        </p:spPr>
      </p:pic>
      <p:grpSp>
        <p:nvGrpSpPr>
          <p:cNvPr id="31" name="Google Shape;331;p31"/>
          <p:cNvGrpSpPr/>
          <p:nvPr/>
        </p:nvGrpSpPr>
        <p:grpSpPr>
          <a:xfrm>
            <a:off x="829212" y="3202375"/>
            <a:ext cx="2148213" cy="2635749"/>
            <a:chOff x="5119300" y="3450025"/>
            <a:chExt cx="2148213" cy="2635749"/>
          </a:xfrm>
        </p:grpSpPr>
        <p:pic>
          <p:nvPicPr>
            <p:cNvPr id="2097156" name="Google Shape;332;p31"/>
            <p:cNvPicPr preferRelativeResize="0">
              <a:picLocks/>
            </p:cNvPicPr>
            <p:nvPr/>
          </p:nvPicPr>
          <p:blipFill>
            <a:blip r:embed="rId5">
              <a:alphaModFix/>
            </a:blip>
            <a:stretch>
              <a:fillRect/>
            </a:stretch>
          </p:blipFill>
          <p:spPr>
            <a:xfrm>
              <a:off x="5119300" y="3450025"/>
              <a:ext cx="1691013" cy="1693474"/>
            </a:xfrm>
            <a:prstGeom prst="rect">
              <a:avLst/>
            </a:prstGeom>
            <a:noFill/>
            <a:ln>
              <a:noFill/>
            </a:ln>
          </p:spPr>
        </p:pic>
        <p:pic>
          <p:nvPicPr>
            <p:cNvPr id="2097157" name="Google Shape;333;p31"/>
            <p:cNvPicPr preferRelativeResize="0">
              <a:picLocks/>
            </p:cNvPicPr>
            <p:nvPr/>
          </p:nvPicPr>
          <p:blipFill>
            <a:blip r:embed="rId5">
              <a:alphaModFix/>
            </a:blip>
            <a:stretch>
              <a:fillRect/>
            </a:stretch>
          </p:blipFill>
          <p:spPr>
            <a:xfrm>
              <a:off x="5576500" y="4392300"/>
              <a:ext cx="1691013" cy="1693474"/>
            </a:xfrm>
            <a:prstGeom prst="rect">
              <a:avLst/>
            </a:prstGeom>
            <a:noFill/>
            <a:ln>
              <a:noFill/>
            </a:ln>
          </p:spPr>
        </p:pic>
      </p:grpSp>
      <p:grpSp>
        <p:nvGrpSpPr>
          <p:cNvPr id="32" name="Google Shape;334;p31"/>
          <p:cNvGrpSpPr/>
          <p:nvPr/>
        </p:nvGrpSpPr>
        <p:grpSpPr>
          <a:xfrm>
            <a:off x="657103" y="-456862"/>
            <a:ext cx="2148213" cy="2635749"/>
            <a:chOff x="5119300" y="3450025"/>
            <a:chExt cx="2148213" cy="2635749"/>
          </a:xfrm>
        </p:grpSpPr>
        <p:pic>
          <p:nvPicPr>
            <p:cNvPr id="2097158" name="Google Shape;335;p31"/>
            <p:cNvPicPr preferRelativeResize="0">
              <a:picLocks/>
            </p:cNvPicPr>
            <p:nvPr/>
          </p:nvPicPr>
          <p:blipFill>
            <a:blip r:embed="rId5">
              <a:alphaModFix/>
            </a:blip>
            <a:stretch>
              <a:fillRect/>
            </a:stretch>
          </p:blipFill>
          <p:spPr>
            <a:xfrm>
              <a:off x="5119300" y="3450025"/>
              <a:ext cx="1691013" cy="1693474"/>
            </a:xfrm>
            <a:prstGeom prst="rect">
              <a:avLst/>
            </a:prstGeom>
            <a:noFill/>
            <a:ln>
              <a:noFill/>
            </a:ln>
          </p:spPr>
        </p:pic>
        <p:pic>
          <p:nvPicPr>
            <p:cNvPr id="2097159" name="Google Shape;336;p31"/>
            <p:cNvPicPr preferRelativeResize="0">
              <a:picLocks/>
            </p:cNvPicPr>
            <p:nvPr/>
          </p:nvPicPr>
          <p:blipFill>
            <a:blip r:embed="rId5">
              <a:alphaModFix/>
            </a:blip>
            <a:stretch>
              <a:fillRect/>
            </a:stretch>
          </p:blipFill>
          <p:spPr>
            <a:xfrm>
              <a:off x="5576500" y="4392300"/>
              <a:ext cx="1691013" cy="1693474"/>
            </a:xfrm>
            <a:prstGeom prst="rect">
              <a:avLst/>
            </a:prstGeom>
            <a:noFill/>
            <a:ln>
              <a:noFill/>
            </a:ln>
          </p:spPr>
        </p:pic>
      </p:grpSp>
      <p:grpSp>
        <p:nvGrpSpPr>
          <p:cNvPr id="33" name="Google Shape;337;p31"/>
          <p:cNvGrpSpPr/>
          <p:nvPr/>
        </p:nvGrpSpPr>
        <p:grpSpPr>
          <a:xfrm>
            <a:off x="6628687" y="-1270700"/>
            <a:ext cx="2148213" cy="2635749"/>
            <a:chOff x="5119300" y="3450025"/>
            <a:chExt cx="2148213" cy="2635749"/>
          </a:xfrm>
        </p:grpSpPr>
        <p:pic>
          <p:nvPicPr>
            <p:cNvPr id="2097160" name="Google Shape;338;p31"/>
            <p:cNvPicPr preferRelativeResize="0">
              <a:picLocks/>
            </p:cNvPicPr>
            <p:nvPr/>
          </p:nvPicPr>
          <p:blipFill>
            <a:blip r:embed="rId5">
              <a:alphaModFix/>
            </a:blip>
            <a:stretch>
              <a:fillRect/>
            </a:stretch>
          </p:blipFill>
          <p:spPr>
            <a:xfrm>
              <a:off x="5119300" y="3450025"/>
              <a:ext cx="1691013" cy="1693474"/>
            </a:xfrm>
            <a:prstGeom prst="rect">
              <a:avLst/>
            </a:prstGeom>
            <a:noFill/>
            <a:ln>
              <a:noFill/>
            </a:ln>
          </p:spPr>
        </p:pic>
        <p:pic>
          <p:nvPicPr>
            <p:cNvPr id="2097161" name="Google Shape;339;p31"/>
            <p:cNvPicPr preferRelativeResize="0">
              <a:picLocks/>
            </p:cNvPicPr>
            <p:nvPr/>
          </p:nvPicPr>
          <p:blipFill>
            <a:blip r:embed="rId5">
              <a:alphaModFix/>
            </a:blip>
            <a:stretch>
              <a:fillRect/>
            </a:stretch>
          </p:blipFill>
          <p:spPr>
            <a:xfrm>
              <a:off x="5576500" y="4392300"/>
              <a:ext cx="1691013" cy="1693474"/>
            </a:xfrm>
            <a:prstGeom prst="rect">
              <a:avLst/>
            </a:prstGeom>
            <a:noFill/>
            <a:ln>
              <a:noFill/>
            </a:ln>
          </p:spPr>
        </p:pic>
      </p:grpSp>
      <p:pic>
        <p:nvPicPr>
          <p:cNvPr id="2097162" name="Image 3"/>
          <p:cNvPicPr>
            <a:picLocks noChangeAspect="1"/>
          </p:cNvPicPr>
          <p:nvPr/>
        </p:nvPicPr>
        <p:blipFill>
          <a:blip r:embed="rId6"/>
          <a:stretch>
            <a:fillRect/>
          </a:stretch>
        </p:blipFill>
        <p:spPr>
          <a:xfrm>
            <a:off x="7070203" y="2871342"/>
            <a:ext cx="1429512" cy="10972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NUM" val="2"/>
</p:tagLst>
</file>

<file path=ppt/tags/tag2.xml><?xml version="1.0" encoding="utf-8"?>
<p:tagLst xmlns:a="http://schemas.openxmlformats.org/drawingml/2006/main" xmlns:r="http://schemas.openxmlformats.org/officeDocument/2006/relationships" xmlns:p="http://schemas.openxmlformats.org/presentationml/2006/main">
  <p:tag name="NUM" val="3"/>
</p:tagLst>
</file>

<file path=ppt/tags/tag3.xml><?xml version="1.0" encoding="utf-8"?>
<p:tagLst xmlns:a="http://schemas.openxmlformats.org/drawingml/2006/main" xmlns:r="http://schemas.openxmlformats.org/officeDocument/2006/relationships" xmlns:p="http://schemas.openxmlformats.org/presentationml/2006/main">
  <p:tag name="NUM" val="4"/>
</p:tagLst>
</file>

<file path=ppt/tags/tag4.xml><?xml version="1.0" encoding="utf-8"?>
<p:tagLst xmlns:a="http://schemas.openxmlformats.org/drawingml/2006/main" xmlns:r="http://schemas.openxmlformats.org/officeDocument/2006/relationships" xmlns:p="http://schemas.openxmlformats.org/presentationml/2006/main">
  <p:tag name="NUM" val="5"/>
</p:tagLst>
</file>

<file path=ppt/tags/tag5.xml><?xml version="1.0" encoding="utf-8"?>
<p:tagLst xmlns:a="http://schemas.openxmlformats.org/drawingml/2006/main" xmlns:r="http://schemas.openxmlformats.org/officeDocument/2006/relationships" xmlns:p="http://schemas.openxmlformats.org/presentationml/2006/main">
  <p:tag name="NUM" val="6"/>
</p:tagLst>
</file>

<file path=ppt/tags/tag6.xml><?xml version="1.0" encoding="utf-8"?>
<p:tagLst xmlns:a="http://schemas.openxmlformats.org/drawingml/2006/main" xmlns:r="http://schemas.openxmlformats.org/officeDocument/2006/relationships" xmlns:p="http://schemas.openxmlformats.org/presentationml/2006/main">
  <p:tag name="NUM" val="7"/>
</p:tagLst>
</file>

<file path=ppt/tags/tag7.xml><?xml version="1.0" encoding="utf-8"?>
<p:tagLst xmlns:a="http://schemas.openxmlformats.org/drawingml/2006/main" xmlns:r="http://schemas.openxmlformats.org/officeDocument/2006/relationships" xmlns:p="http://schemas.openxmlformats.org/presentationml/2006/main">
  <p:tag name="NUM" val="8"/>
</p:tagLst>
</file>

<file path=ppt/tags/tag8.xml><?xml version="1.0" encoding="utf-8"?>
<p:tagLst xmlns:a="http://schemas.openxmlformats.org/drawingml/2006/main" xmlns:r="http://schemas.openxmlformats.org/officeDocument/2006/relationships" xmlns:p="http://schemas.openxmlformats.org/presentationml/2006/main">
  <p:tag name="NUM" val="9"/>
</p:tagLst>
</file>

<file path=ppt/tags/tag9.xml><?xml version="1.0" encoding="utf-8"?>
<p:tagLst xmlns:a="http://schemas.openxmlformats.org/drawingml/2006/main" xmlns:r="http://schemas.openxmlformats.org/officeDocument/2006/relationships" xmlns:p="http://schemas.openxmlformats.org/presentationml/2006/main">
  <p:tag name="NUM" val="10"/>
</p:tagLst>
</file>

<file path=ppt/tags/tag10.xml><?xml version="1.0" encoding="utf-8"?>
<p:tagLst xmlns:a="http://schemas.openxmlformats.org/drawingml/2006/main" xmlns:r="http://schemas.openxmlformats.org/officeDocument/2006/relationships" xmlns:p="http://schemas.openxmlformats.org/presentationml/2006/main">
  <p:tag name="NUM" val="11"/>
</p:tagLst>
</file>

<file path=ppt/theme/theme1.xml><?xml version="1.0" encoding="utf-8"?>
<a:theme xmlns:a="http://schemas.openxmlformats.org/drawingml/2006/main" name="Electric Motors Manufacturing Company Profile by Slidesgo">
  <a:themeElements>
    <a:clrScheme name="Simple Light">
      <a:dk1>
        <a:srgbClr val="2E2E2E"/>
      </a:dk1>
      <a:lt1>
        <a:srgbClr val="FFFFFF"/>
      </a:lt1>
      <a:dk2>
        <a:srgbClr val="EA5D59"/>
      </a:dk2>
      <a:lt2>
        <a:srgbClr val="EEEEEE"/>
      </a:lt2>
      <a:accent1>
        <a:srgbClr val="D9D9D9"/>
      </a:accent1>
      <a:accent2>
        <a:srgbClr val="CCCCCC"/>
      </a:accent2>
      <a:accent3>
        <a:srgbClr val="999999"/>
      </a:accent3>
      <a:accent4>
        <a:srgbClr val="FFFFFF"/>
      </a:accent4>
      <a:accent5>
        <a:srgbClr val="FFFFFF"/>
      </a:accent5>
      <a:accent6>
        <a:srgbClr val="FFFFFF"/>
      </a:accent6>
      <a:hlink>
        <a:srgbClr val="2E2E2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Conception personnalisé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1_Conception personnalisé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Conception personnalisé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2412</TotalTime>
  <Words>1511</Words>
  <Application>Microsoft Office PowerPoint</Application>
  <PresentationFormat>Affichage à l'écran (16:9)</PresentationFormat>
  <Paragraphs>117</Paragraphs>
  <Slides>19</Slides>
  <Notes>13</Notes>
  <HiddenSlides>0</HiddenSlides>
  <MMClips>0</MMClips>
  <ScaleCrop>false</ScaleCrop>
  <HeadingPairs>
    <vt:vector size="6" baseType="variant">
      <vt:variant>
        <vt:lpstr>Polices utilisées</vt:lpstr>
      </vt:variant>
      <vt:variant>
        <vt:i4>15</vt:i4>
      </vt:variant>
      <vt:variant>
        <vt:lpstr>Thème</vt:lpstr>
      </vt:variant>
      <vt:variant>
        <vt:i4>4</vt:i4>
      </vt:variant>
      <vt:variant>
        <vt:lpstr>Titres des diapositives</vt:lpstr>
      </vt:variant>
      <vt:variant>
        <vt:i4>19</vt:i4>
      </vt:variant>
    </vt:vector>
  </HeadingPairs>
  <TitlesOfParts>
    <vt:vector size="38" baseType="lpstr">
      <vt:lpstr>Liberation Serif</vt:lpstr>
      <vt:lpstr>Calibri</vt:lpstr>
      <vt:lpstr>Nunito Light</vt:lpstr>
      <vt:lpstr>Golos Text</vt:lpstr>
      <vt:lpstr>Noto Sans</vt:lpstr>
      <vt:lpstr>Times New Roman</vt:lpstr>
      <vt:lpstr>Calibri Light</vt:lpstr>
      <vt:lpstr>Roboto</vt:lpstr>
      <vt:lpstr>Arial Black</vt:lpstr>
      <vt:lpstr>Comic Sans MS</vt:lpstr>
      <vt:lpstr>Inter</vt:lpstr>
      <vt:lpstr>Arial</vt:lpstr>
      <vt:lpstr>Cambria Math</vt:lpstr>
      <vt:lpstr>Hind</vt:lpstr>
      <vt:lpstr>Raleway</vt:lpstr>
      <vt:lpstr>Electric Motors Manufacturing Company Profile by Slidesgo</vt:lpstr>
      <vt:lpstr>2_Conception personnalisée</vt:lpstr>
      <vt:lpstr>1_Conception personnalisée</vt:lpstr>
      <vt:lpstr>Conception personnalisée</vt:lpstr>
      <vt:lpstr>Merci de bien vouloir éteindre votre téléphone mobile ou de le mettre en mode vibreur s’il vous plaît ! </vt:lpstr>
      <vt:lpstr>Présentation PowerPoint</vt:lpstr>
      <vt:lpstr>INTRODUCTION</vt:lpstr>
      <vt:lpstr>Présentation PowerPoint</vt:lpstr>
      <vt:lpstr> CHAPITRE 1 Généralités sur la reconnaissance des gestes    </vt:lpstr>
      <vt:lpstr>Présentation PowerPoint</vt:lpstr>
      <vt:lpstr> CHAPITRE 2 Réseau neuronal pour la reconnaissance gestuelle     </vt:lpstr>
      <vt:lpstr>Présentation PowerPoint</vt:lpstr>
      <vt:lpstr>Présentation PowerPoint</vt:lpstr>
      <vt:lpstr> CHAPITRE 3 Réalisation du système contrôlé par des gestes de la main     </vt:lpstr>
      <vt:lpstr>Présentation PowerPoint</vt:lpstr>
      <vt:lpstr>Présentation PowerPoint</vt:lpstr>
      <vt:lpstr>Présentation PowerPoint</vt:lpstr>
      <vt:lpstr>Présentation PowerPoint</vt:lpstr>
      <vt:lpstr> CHAPITRE 4 Simulation  et interprétations     </vt:lpstr>
      <vt:lpstr>Présentation PowerPoint</vt:lpstr>
      <vt:lpstr>Présentation PowerPoint</vt:lpstr>
      <vt:lpstr>Présentation PowerPoint</vt:lpstr>
      <vt:lpstr>Merci pour votre aimable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MOTORS MANUFACTURING COMPANY PROFILE</dc:title>
  <dc:creator>USER</dc:creator>
  <cp:lastModifiedBy>Alex Mathieu RAMANANANDRO</cp:lastModifiedBy>
  <cp:revision>17</cp:revision>
  <dcterms:created xsi:type="dcterms:W3CDTF">2024-10-09T01:35:41Z</dcterms:created>
  <dcterms:modified xsi:type="dcterms:W3CDTF">2026-04-28T09:21:51Z</dcterms:modified>
</cp:coreProperties>
</file>